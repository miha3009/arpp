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7" r:id="rId4"/>
    <p:sldId id="258" r:id="rId5"/>
    <p:sldId id="260" r:id="rId6"/>
    <p:sldId id="259" r:id="rId7"/>
    <p:sldId id="261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23"/>
  </p:normalViewPr>
  <p:slideViewPr>
    <p:cSldViewPr snapToGrid="0">
      <p:cViewPr>
        <p:scale>
          <a:sx n="106" d="100"/>
          <a:sy n="106" d="100"/>
        </p:scale>
        <p:origin x="2520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7603C6-9B2F-3D67-502F-3518ED057A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2DF9555-DF8F-AC0C-A674-A3B06A18D9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2728F8-5D84-D1E1-C672-F030BD256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265579-13C4-5A1C-CBFF-69442E1F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0F3270-5BD6-8CEF-BC32-56D53095E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14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D5438E-DBB4-3351-CA14-4A008469F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7E66E8-F964-E6B1-E1B8-89D4734D4E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E534F0-94EE-04FE-BDC2-4DA2C56F5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9853360-0CD2-30DB-E388-D0D21076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BDAAF4-2073-B81E-4A4D-B49DE3A4A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547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1755B-145E-E5B6-286E-D0DFB3BAA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0D56F1-D897-1924-5FC5-6C401228F4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6F2BFE-DC14-DDB4-541B-FF4E71FBD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1530ECF-CB9C-DE40-8A09-3173A889E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0C996D-9940-392E-BDD3-FBF96E58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029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2DA57-681A-18FE-A890-67A21E09E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9F6D62B-E6BC-579A-27FA-6377264C1B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8E9FA23-0EE0-19B4-1477-E31DB3B9F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1B27E38-4104-E0C0-B275-EEBE9F3F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F6B35D6-B584-B2EF-1A07-775F40CCC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4C0514-802A-604A-F6D0-FB17FF9BD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7893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D72C29-10CA-8682-1B59-47EC74DFE1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0A43E80-0A3D-E0F5-CD3C-14D3835908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74B4F0D-0AB3-4E5A-4812-B9EAE11F59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1746E7A-D20A-7D4C-01C3-A7E6492B29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94E68B-48FF-1D8C-A0CA-2585B4C6C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9FEF0CE-204C-A10C-F966-653E67E1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E4E4ABF-2193-1769-6F91-6A04757C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4DE1A0B-1EE8-43CA-08A2-F1A15F4DF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055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E43638-6776-B36D-2B5C-1B91C4BC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BC0D4FF-F8A3-2FB4-FC6A-81B14F94F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9AF7A6-6878-A762-633E-E1452FA12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B3156B9-5516-73E0-EA09-F80B75DDB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682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F226225-A7ED-1D55-1E2B-9C0EE4068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0C108CB-086D-E385-A090-C8E22DDE3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12F8B12-16F9-6ADD-FE4A-09DF708E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9566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E3C2A-4196-CCE7-D984-0D5E6ECEA0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F0F18E-D69F-6C28-16BB-47B9BACE0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4690609-D632-3560-4ED5-F7374E21E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FB90A06-68ED-B73D-0C73-49EF158338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7708B34-3507-C36F-DA7E-68D303D02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59981E5-B4D9-E108-2D80-FA391EB9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58345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EF6586-4390-C911-6CA5-55ECA90D2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A549081-7E45-2C0B-E7B4-4B49038CF0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6E68CA-AE21-713D-5972-E3CAA046A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8B6727-3F95-952E-2B87-652F6B34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F8F8469-7B10-825C-1AA8-090D87AF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B9E837E-EAE4-5D1F-F088-1F49DFF26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986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5487A-BBAA-F4AD-7260-557FEFE5E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730B9E4-4128-3ED7-7039-EAAC166A2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98ABFEC-E2D7-4A7E-F2C4-041E37F82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88C482-ADB5-1CC7-DA31-68A421241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5E539CF-C46E-D15C-63C1-2A5619C03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327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3FFAF47-344C-F021-16DF-9FFC93531E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CAD0507-F403-3DE3-4D2A-6C0A393E67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45FF34-CF95-E706-1888-242B7F2F2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88E8BE6-C465-D1FE-E7FF-5EA092715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250630-DC47-7DD6-6434-2FF1FD265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3158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1B5A55-12E1-7DFA-1517-DB30AB7AA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E8C21A-9FF3-93E9-6F8C-32431EC62A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D177E5-8ECB-9601-F63E-CFD79181C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2BB41-8C47-C844-A6FA-19F7C6AB02EE}" type="datetimeFigureOut">
              <a:rPr lang="ru-RU" smtClean="0"/>
              <a:t>05.08.2026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F8B94E-D145-3601-DAC4-F5DBDD9CFC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081E40-99AA-351C-2007-9CE9E2B086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25DFFF-C0D5-6D41-A00A-A720C9A06CF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5692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A1B175B-BFB8-D7CE-1CE3-E0A4E8071B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148" y="518523"/>
            <a:ext cx="3556000" cy="2616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92E997-4A07-54B3-280C-FD91705895D0}"/>
              </a:ext>
            </a:extLst>
          </p:cNvPr>
          <p:cNvSpPr txBox="1"/>
          <p:nvPr/>
        </p:nvSpPr>
        <p:spPr>
          <a:xfrm>
            <a:off x="171169" y="149191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inm_tp</a:t>
            </a:r>
            <a:endParaRPr lang="en-US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21C67B27-6408-D078-6909-EB71B2D0B9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1854" y="480996"/>
            <a:ext cx="3556000" cy="26162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3C75FAD-EA9A-A0FE-EFCE-0F4E42BF5932}"/>
              </a:ext>
            </a:extLst>
          </p:cNvPr>
          <p:cNvSpPr txBox="1"/>
          <p:nvPr/>
        </p:nvSpPr>
        <p:spPr>
          <a:xfrm>
            <a:off x="6162770" y="699589"/>
            <a:ext cx="14653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 err="1"/>
              <a:t>count</a:t>
            </a:r>
            <a:r>
              <a:rPr lang="ru-RU" sz="1000" dirty="0"/>
              <a:t>    32760.000000</a:t>
            </a:r>
          </a:p>
          <a:p>
            <a:r>
              <a:rPr lang="ru-RU" sz="1000" dirty="0" err="1"/>
              <a:t>mean</a:t>
            </a:r>
            <a:r>
              <a:rPr lang="ru-RU" sz="1000" dirty="0"/>
              <a:t>         0.117832</a:t>
            </a:r>
          </a:p>
          <a:p>
            <a:r>
              <a:rPr lang="ru-RU" sz="1000" dirty="0" err="1"/>
              <a:t>std</a:t>
            </a:r>
            <a:r>
              <a:rPr lang="ru-RU" sz="1000" dirty="0"/>
              <a:t>          0.928408</a:t>
            </a:r>
          </a:p>
          <a:p>
            <a:r>
              <a:rPr lang="ru-RU" sz="1000" dirty="0" err="1"/>
              <a:t>min</a:t>
            </a:r>
            <a:r>
              <a:rPr lang="ru-RU" sz="1000" dirty="0"/>
              <a:t>         -4.566667</a:t>
            </a:r>
          </a:p>
          <a:p>
            <a:r>
              <a:rPr lang="ru-RU" sz="1000" dirty="0"/>
              <a:t>1%          -1.833183</a:t>
            </a:r>
          </a:p>
          <a:p>
            <a:r>
              <a:rPr lang="ru-RU" sz="1000" dirty="0"/>
              <a:t>25%         -0.234167</a:t>
            </a:r>
          </a:p>
          <a:p>
            <a:r>
              <a:rPr lang="ru-RU" sz="1000" dirty="0"/>
              <a:t>50%         -0.000833</a:t>
            </a:r>
          </a:p>
          <a:p>
            <a:r>
              <a:rPr lang="ru-RU" sz="1000" dirty="0"/>
              <a:t>75%          0.292500</a:t>
            </a:r>
          </a:p>
          <a:p>
            <a:r>
              <a:rPr lang="ru-RU" sz="1000" dirty="0"/>
              <a:t>99%          3.810342</a:t>
            </a:r>
          </a:p>
          <a:p>
            <a:r>
              <a:rPr lang="ru-RU" sz="1000" dirty="0"/>
              <a:t>99.9%        6.129880</a:t>
            </a:r>
          </a:p>
          <a:p>
            <a:r>
              <a:rPr lang="ru-RU" sz="1000" dirty="0" err="1"/>
              <a:t>max</a:t>
            </a:r>
            <a:r>
              <a:rPr lang="ru-RU" sz="1000" dirty="0"/>
              <a:t>         12.249166</a:t>
            </a:r>
          </a:p>
          <a:p>
            <a:r>
              <a:rPr lang="ru-RU" sz="1000" dirty="0" err="1"/>
              <a:t>dtype</a:t>
            </a:r>
            <a:r>
              <a:rPr lang="ru-RU" sz="1000" dirty="0"/>
              <a:t>: float64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B1D64B-B48C-105C-9EA2-2E3F4EAEA9FA}"/>
              </a:ext>
            </a:extLst>
          </p:cNvPr>
          <p:cNvSpPr txBox="1"/>
          <p:nvPr/>
        </p:nvSpPr>
        <p:spPr>
          <a:xfrm>
            <a:off x="3863707" y="169569"/>
            <a:ext cx="1553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inm_tp_anom</a:t>
            </a:r>
            <a:endParaRPr lang="en-US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9157AFB-FD00-0EBD-F189-F3F0A20390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5322" y="191383"/>
            <a:ext cx="4064000" cy="3048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EE0CD91-C9E6-D34E-D44B-37D8FBD5902D}"/>
              </a:ext>
            </a:extLst>
          </p:cNvPr>
          <p:cNvSpPr txBox="1"/>
          <p:nvPr/>
        </p:nvSpPr>
        <p:spPr>
          <a:xfrm>
            <a:off x="8183699" y="125685"/>
            <a:ext cx="26414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inm_tp_anom_17_weeks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6E40793-E193-964B-8A01-421718F4813E}"/>
              </a:ext>
            </a:extLst>
          </p:cNvPr>
          <p:cNvSpPr txBox="1"/>
          <p:nvPr/>
        </p:nvSpPr>
        <p:spPr>
          <a:xfrm>
            <a:off x="10059341" y="300368"/>
            <a:ext cx="2486759" cy="24375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"inm_tp_17weeks": {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"n": 2004912000,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"mean": 0.00259094423382796,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"std": 2.2429165864378766,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</a:t>
            </a:r>
            <a:r>
              <a:rPr lang="en" sz="1000" b="0" dirty="0" err="1">
                <a:effectLst/>
                <a:latin typeface="Menlo" panose="020B0609030804020204" pitchFamily="49" charset="0"/>
              </a:rPr>
              <a:t>mad_std</a:t>
            </a:r>
            <a:r>
              <a:rPr lang="en" sz="1000" b="0" dirty="0">
                <a:effectLst/>
                <a:latin typeface="Menlo" panose="020B0609030804020204" pitchFamily="49" charset="0"/>
              </a:rPr>
              <a:t>": 0.9001498579770326,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"q001": -8.457143783569336,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"q01": -5.042857646942139,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"q25": -0.7857145667076111,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"q50": -0.18571411073207855,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"q75": 0.4214286804199219,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"q99": 7.864285945892334,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"q999": 17.688865859986123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12209968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D3A50B7-563C-4BF8-24AE-7B19CA1D6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690" y="3604153"/>
            <a:ext cx="3670300" cy="2628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285FB8-319F-0D25-7136-0F4BA5B25E15}"/>
              </a:ext>
            </a:extLst>
          </p:cNvPr>
          <p:cNvSpPr txBox="1"/>
          <p:nvPr/>
        </p:nvSpPr>
        <p:spPr>
          <a:xfrm>
            <a:off x="485326" y="39540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tp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978F67-2358-860B-7E12-B291774D8D0D}"/>
              </a:ext>
            </a:extLst>
          </p:cNvPr>
          <p:cNvSpPr txBox="1"/>
          <p:nvPr/>
        </p:nvSpPr>
        <p:spPr>
          <a:xfrm>
            <a:off x="655752" y="3296956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tp_anom</a:t>
            </a:r>
            <a:endParaRPr lang="en-US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995FD91-A972-C5D9-A4A1-BE8D3099B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219" y="3165078"/>
            <a:ext cx="3828169" cy="28711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7F37722-59E6-949B-7407-72172FB104A5}"/>
              </a:ext>
            </a:extLst>
          </p:cNvPr>
          <p:cNvSpPr txBox="1"/>
          <p:nvPr/>
        </p:nvSpPr>
        <p:spPr>
          <a:xfrm>
            <a:off x="6430461" y="3029353"/>
            <a:ext cx="2033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tp_anom_6_weeks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EEF7B1-3D20-9C9A-23BE-704016386B12}"/>
              </a:ext>
            </a:extLst>
          </p:cNvPr>
          <p:cNvSpPr txBox="1"/>
          <p:nvPr/>
        </p:nvSpPr>
        <p:spPr>
          <a:xfrm>
            <a:off x="7956851" y="3456590"/>
            <a:ext cx="2725074" cy="24375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"era_tp_6weeks": {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"n": 1122854400,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"mean": 0.0019905816939461587,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"std": 2.913295983169404,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</a:t>
            </a:r>
            <a:r>
              <a:rPr lang="en" sz="1050" b="0" dirty="0" err="1">
                <a:effectLst/>
                <a:latin typeface="Menlo" panose="020B0609030804020204" pitchFamily="49" charset="0"/>
              </a:rPr>
              <a:t>mad_std</a:t>
            </a:r>
            <a:r>
              <a:rPr lang="en" sz="1050" b="0" dirty="0">
                <a:effectLst/>
                <a:latin typeface="Menlo" panose="020B0609030804020204" pitchFamily="49" charset="0"/>
              </a:rPr>
              <a:t>": 1.027230137604475,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"q001": -11.049999124526977,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"q01": -6.442856788635254,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"q25": -0.9714285731315613,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"q50": -0.19999995827674866,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"q75": 0.40714284777641296,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"q99": 10.992856979370117,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"q999": 25.87857139778137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},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1D97C88-8C48-4FA2-DA76-C7C31CCB1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9088" y="391833"/>
            <a:ext cx="3670300" cy="2616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3644878-4B09-47E8-901A-BE761F3D210B}"/>
              </a:ext>
            </a:extLst>
          </p:cNvPr>
          <p:cNvSpPr txBox="1"/>
          <p:nvPr/>
        </p:nvSpPr>
        <p:spPr>
          <a:xfrm>
            <a:off x="5649088" y="39540"/>
            <a:ext cx="928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tp_clim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BDDA58-9840-2FB8-1B63-A3DB19CFA237}"/>
              </a:ext>
            </a:extLst>
          </p:cNvPr>
          <p:cNvSpPr txBox="1"/>
          <p:nvPr/>
        </p:nvSpPr>
        <p:spPr>
          <a:xfrm>
            <a:off x="8865979" y="333928"/>
            <a:ext cx="2186230" cy="22929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100" dirty="0" err="1"/>
              <a:t>count</a:t>
            </a:r>
            <a:r>
              <a:rPr lang="ru-RU" sz="1100" dirty="0"/>
              <a:t>    519840.000000</a:t>
            </a:r>
          </a:p>
          <a:p>
            <a:r>
              <a:rPr lang="ru-RU" sz="1100" dirty="0" err="1"/>
              <a:t>mean</a:t>
            </a:r>
            <a:r>
              <a:rPr lang="ru-RU" sz="1100" dirty="0"/>
              <a:t>          1.981716</a:t>
            </a:r>
          </a:p>
          <a:p>
            <a:r>
              <a:rPr lang="ru-RU" sz="1100" dirty="0" err="1"/>
              <a:t>std</a:t>
            </a:r>
            <a:r>
              <a:rPr lang="ru-RU" sz="1100" dirty="0"/>
              <a:t>           2.184212</a:t>
            </a:r>
          </a:p>
          <a:p>
            <a:r>
              <a:rPr lang="ru-RU" sz="1100" dirty="0" err="1"/>
              <a:t>min</a:t>
            </a:r>
            <a:r>
              <a:rPr lang="ru-RU" sz="1100" dirty="0"/>
              <a:t>           0.000000</a:t>
            </a:r>
          </a:p>
          <a:p>
            <a:r>
              <a:rPr lang="ru-RU" sz="1100" dirty="0"/>
              <a:t>1%            0.003333</a:t>
            </a:r>
          </a:p>
          <a:p>
            <a:r>
              <a:rPr lang="ru-RU" sz="1100" dirty="0"/>
              <a:t>25%           0.416667</a:t>
            </a:r>
          </a:p>
          <a:p>
            <a:r>
              <a:rPr lang="ru-RU" sz="1100" dirty="0"/>
              <a:t>50%           1.124167</a:t>
            </a:r>
          </a:p>
          <a:p>
            <a:r>
              <a:rPr lang="ru-RU" sz="1100" dirty="0"/>
              <a:t>75%           2.886666</a:t>
            </a:r>
          </a:p>
          <a:p>
            <a:r>
              <a:rPr lang="ru-RU" sz="1100" dirty="0"/>
              <a:t>99%           9.506668</a:t>
            </a:r>
          </a:p>
          <a:p>
            <a:r>
              <a:rPr lang="ru-RU" sz="1100" dirty="0"/>
              <a:t>99.9%        12.436666</a:t>
            </a:r>
          </a:p>
          <a:p>
            <a:r>
              <a:rPr lang="ru-RU" sz="1100" dirty="0" err="1"/>
              <a:t>max</a:t>
            </a:r>
            <a:r>
              <a:rPr lang="ru-RU" sz="1100" dirty="0"/>
              <a:t>          56.298332</a:t>
            </a:r>
          </a:p>
          <a:p>
            <a:r>
              <a:rPr lang="ru-RU" sz="1100" dirty="0" err="1"/>
              <a:t>zeros</a:t>
            </a:r>
            <a:r>
              <a:rPr lang="ru-RU" sz="1100" dirty="0"/>
              <a:t>         0.376654</a:t>
            </a:r>
          </a:p>
          <a:p>
            <a:r>
              <a:rPr lang="ru-RU" sz="1100" dirty="0" err="1"/>
              <a:t>dtype</a:t>
            </a:r>
            <a:r>
              <a:rPr lang="ru-RU" sz="1100" dirty="0"/>
              <a:t>: float64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8CD183-4D31-99FF-1B1F-A842931C931B}"/>
              </a:ext>
            </a:extLst>
          </p:cNvPr>
          <p:cNvSpPr txBox="1"/>
          <p:nvPr/>
        </p:nvSpPr>
        <p:spPr>
          <a:xfrm>
            <a:off x="3735004" y="3429000"/>
            <a:ext cx="1601020" cy="22929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100" dirty="0" err="1"/>
              <a:t>count</a:t>
            </a:r>
            <a:r>
              <a:rPr lang="ru-RU" sz="1100" dirty="0"/>
              <a:t>    519840.000000</a:t>
            </a:r>
          </a:p>
          <a:p>
            <a:r>
              <a:rPr lang="ru-RU" sz="1100" dirty="0" err="1"/>
              <a:t>mean</a:t>
            </a:r>
            <a:r>
              <a:rPr lang="ru-RU" sz="1100" dirty="0"/>
              <a:t>         -0.195300</a:t>
            </a:r>
          </a:p>
          <a:p>
            <a:r>
              <a:rPr lang="ru-RU" sz="1100" dirty="0" err="1"/>
              <a:t>std</a:t>
            </a:r>
            <a:r>
              <a:rPr lang="ru-RU" sz="1100" dirty="0"/>
              <a:t>           1.814926</a:t>
            </a:r>
          </a:p>
          <a:p>
            <a:r>
              <a:rPr lang="ru-RU" sz="1100" dirty="0" err="1"/>
              <a:t>min</a:t>
            </a:r>
            <a:r>
              <a:rPr lang="ru-RU" sz="1100" dirty="0"/>
              <a:t>         -13.285834</a:t>
            </a:r>
          </a:p>
          <a:p>
            <a:r>
              <a:rPr lang="ru-RU" sz="1100" dirty="0"/>
              <a:t>1%           -6.839167</a:t>
            </a:r>
          </a:p>
          <a:p>
            <a:r>
              <a:rPr lang="ru-RU" sz="1100" dirty="0"/>
              <a:t>25%          -0.423333</a:t>
            </a:r>
          </a:p>
          <a:p>
            <a:r>
              <a:rPr lang="ru-RU" sz="1100" dirty="0"/>
              <a:t>50%          -0.111667</a:t>
            </a:r>
          </a:p>
          <a:p>
            <a:r>
              <a:rPr lang="ru-RU" sz="1100" dirty="0"/>
              <a:t>75%           0.113333</a:t>
            </a:r>
          </a:p>
          <a:p>
            <a:r>
              <a:rPr lang="ru-RU" sz="1100" dirty="0"/>
              <a:t>99%           4.977500</a:t>
            </a:r>
          </a:p>
          <a:p>
            <a:r>
              <a:rPr lang="ru-RU" sz="1100" dirty="0"/>
              <a:t>99.9%        16.415482</a:t>
            </a:r>
          </a:p>
          <a:p>
            <a:r>
              <a:rPr lang="ru-RU" sz="1100" dirty="0" err="1"/>
              <a:t>max</a:t>
            </a:r>
            <a:r>
              <a:rPr lang="ru-RU" sz="1100" dirty="0"/>
              <a:t>          34.759167</a:t>
            </a:r>
          </a:p>
          <a:p>
            <a:r>
              <a:rPr lang="ru-RU" sz="1100" dirty="0" err="1"/>
              <a:t>zeros</a:t>
            </a:r>
            <a:r>
              <a:rPr lang="ru-RU" sz="1100" dirty="0"/>
              <a:t>         0.001924</a:t>
            </a:r>
          </a:p>
          <a:p>
            <a:r>
              <a:rPr lang="ru-RU" sz="1100" dirty="0" err="1"/>
              <a:t>dtype</a:t>
            </a:r>
            <a:r>
              <a:rPr lang="ru-RU" sz="1100" dirty="0"/>
              <a:t>: float64</a:t>
            </a: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CA7FE4D-D071-C319-4308-E9AB05EBB4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501" y="347798"/>
            <a:ext cx="3670300" cy="26289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D8EA73B-AF22-B84D-637C-FD3530165CB7}"/>
              </a:ext>
            </a:extLst>
          </p:cNvPr>
          <p:cNvSpPr txBox="1"/>
          <p:nvPr/>
        </p:nvSpPr>
        <p:spPr>
          <a:xfrm>
            <a:off x="3650803" y="389659"/>
            <a:ext cx="1685221" cy="22929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100" dirty="0" err="1"/>
              <a:t>count</a:t>
            </a:r>
            <a:r>
              <a:rPr lang="ru-RU" sz="1100" dirty="0"/>
              <a:t>    519840.000000</a:t>
            </a:r>
          </a:p>
          <a:p>
            <a:r>
              <a:rPr lang="ru-RU" sz="1100" dirty="0" err="1"/>
              <a:t>mean</a:t>
            </a:r>
            <a:r>
              <a:rPr lang="ru-RU" sz="1100" dirty="0"/>
              <a:t>          1.786427</a:t>
            </a:r>
          </a:p>
          <a:p>
            <a:r>
              <a:rPr lang="ru-RU" sz="1100" dirty="0" err="1"/>
              <a:t>std</a:t>
            </a:r>
            <a:r>
              <a:rPr lang="ru-RU" sz="1100" dirty="0"/>
              <a:t>           2.325117</a:t>
            </a:r>
          </a:p>
          <a:p>
            <a:r>
              <a:rPr lang="ru-RU" sz="1100" dirty="0" err="1"/>
              <a:t>min</a:t>
            </a:r>
            <a:r>
              <a:rPr lang="ru-RU" sz="1100" dirty="0"/>
              <a:t>           0.000000</a:t>
            </a:r>
          </a:p>
          <a:p>
            <a:r>
              <a:rPr lang="ru-RU" sz="1100" dirty="0"/>
              <a:t>1%            0.000833</a:t>
            </a:r>
          </a:p>
          <a:p>
            <a:r>
              <a:rPr lang="ru-RU" sz="1100" dirty="0"/>
              <a:t>25%           0.285833</a:t>
            </a:r>
          </a:p>
          <a:p>
            <a:r>
              <a:rPr lang="ru-RU" sz="1100" dirty="0"/>
              <a:t>50%           0.813333</a:t>
            </a:r>
          </a:p>
          <a:p>
            <a:r>
              <a:rPr lang="ru-RU" sz="1100" dirty="0"/>
              <a:t>75%           2.485834</a:t>
            </a:r>
          </a:p>
          <a:p>
            <a:r>
              <a:rPr lang="ru-RU" sz="1100" dirty="0"/>
              <a:t>99%           9.556666</a:t>
            </a:r>
          </a:p>
          <a:p>
            <a:r>
              <a:rPr lang="ru-RU" sz="1100" dirty="0"/>
              <a:t>99.9%        19.155403</a:t>
            </a:r>
          </a:p>
          <a:p>
            <a:r>
              <a:rPr lang="ru-RU" sz="1100" dirty="0" err="1"/>
              <a:t>max</a:t>
            </a:r>
            <a:r>
              <a:rPr lang="ru-RU" sz="1100" dirty="0"/>
              <a:t>          87.251663</a:t>
            </a:r>
          </a:p>
          <a:p>
            <a:r>
              <a:rPr lang="ru-RU" sz="1100" dirty="0" err="1"/>
              <a:t>zeros</a:t>
            </a:r>
            <a:r>
              <a:rPr lang="ru-RU" sz="1100" dirty="0"/>
              <a:t>         0.632695</a:t>
            </a:r>
          </a:p>
          <a:p>
            <a:r>
              <a:rPr lang="ru-RU" sz="1100" dirty="0" err="1"/>
              <a:t>dtype</a:t>
            </a:r>
            <a:r>
              <a:rPr lang="ru-RU" sz="1100" dirty="0"/>
              <a:t>: float64</a:t>
            </a:r>
          </a:p>
        </p:txBody>
      </p:sp>
    </p:spTree>
    <p:extLst>
      <p:ext uri="{BB962C8B-B14F-4D97-AF65-F5344CB8AC3E}">
        <p14:creationId xmlns:p14="http://schemas.microsoft.com/office/powerpoint/2010/main" val="991940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554D5F75-0D66-E7B7-5CBC-FEB5149082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448" y="3018728"/>
            <a:ext cx="3564892" cy="267367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7945665-8272-F54C-74EF-A10B30D386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6543" y="501106"/>
            <a:ext cx="3606800" cy="2616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A248DF-816E-8520-D967-5320BE7E17DD}"/>
              </a:ext>
            </a:extLst>
          </p:cNvPr>
          <p:cNvSpPr txBox="1"/>
          <p:nvPr/>
        </p:nvSpPr>
        <p:spPr>
          <a:xfrm>
            <a:off x="3863707" y="169569"/>
            <a:ext cx="1744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inm_swe_anom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616CB04-0B20-FF51-4875-7B0E7D741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61" y="538901"/>
            <a:ext cx="3606800" cy="2616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9FC7DE-374F-5C4B-6A18-3BF043D372E4}"/>
              </a:ext>
            </a:extLst>
          </p:cNvPr>
          <p:cNvSpPr txBox="1"/>
          <p:nvPr/>
        </p:nvSpPr>
        <p:spPr>
          <a:xfrm>
            <a:off x="256907" y="131774"/>
            <a:ext cx="10644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inm_swe</a:t>
            </a:r>
            <a:endParaRPr lang="en-US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09123CE-965E-D348-4BE5-1B1057C74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6137" y="169569"/>
            <a:ext cx="4064000" cy="304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7177442-AEB5-491B-DB76-572AF7F37909}"/>
              </a:ext>
            </a:extLst>
          </p:cNvPr>
          <p:cNvSpPr txBox="1"/>
          <p:nvPr/>
        </p:nvSpPr>
        <p:spPr>
          <a:xfrm>
            <a:off x="7630164" y="131774"/>
            <a:ext cx="2046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inm_swe_17weeks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7E9F38-85F5-2531-9CBF-DC5AAD4FB445}"/>
              </a:ext>
            </a:extLst>
          </p:cNvPr>
          <p:cNvSpPr txBox="1"/>
          <p:nvPr/>
        </p:nvSpPr>
        <p:spPr>
          <a:xfrm>
            <a:off x="9936480" y="654342"/>
            <a:ext cx="2952206" cy="20784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"inm_swe_17weeks": {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"n": 2004912000,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"mean": 0.001107086576495924,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"std": 8.67267377644246,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</a:t>
            </a:r>
            <a:r>
              <a:rPr lang="en" sz="1000" b="0" dirty="0" err="1">
                <a:effectLst/>
                <a:latin typeface="Menlo" panose="020B0609030804020204" pitchFamily="49" charset="0"/>
              </a:rPr>
              <a:t>mad_std</a:t>
            </a:r>
            <a:r>
              <a:rPr lang="en" sz="1000" b="0" dirty="0">
                <a:effectLst/>
                <a:latin typeface="Menlo" panose="020B0609030804020204" pitchFamily="49" charset="0"/>
              </a:rPr>
              <a:t>": 1.467570647449179e-07,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"q001": -73.64116658020019,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"q01": -24.82857322692871,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"q50": 0.0,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"q99": 28.27142906188965,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"q999": 85.74747204590307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},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156B26-1A27-D7DE-C5A3-005CAD91DD27}"/>
              </a:ext>
            </a:extLst>
          </p:cNvPr>
          <p:cNvSpPr txBox="1"/>
          <p:nvPr/>
        </p:nvSpPr>
        <p:spPr>
          <a:xfrm>
            <a:off x="862149" y="677906"/>
            <a:ext cx="150658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 err="1"/>
              <a:t>count</a:t>
            </a:r>
            <a:r>
              <a:rPr lang="ru-RU" sz="1050" dirty="0"/>
              <a:t>    3.276000e+04</a:t>
            </a:r>
          </a:p>
          <a:p>
            <a:r>
              <a:rPr lang="ru-RU" sz="1050" dirty="0" err="1"/>
              <a:t>mean</a:t>
            </a:r>
            <a:r>
              <a:rPr lang="ru-RU" sz="1050" dirty="0"/>
              <a:t>     2.269461e+01</a:t>
            </a:r>
          </a:p>
          <a:p>
            <a:r>
              <a:rPr lang="ru-RU" sz="1050" dirty="0" err="1"/>
              <a:t>std</a:t>
            </a:r>
            <a:r>
              <a:rPr lang="ru-RU" sz="1050" dirty="0"/>
              <a:t>      7.593759e+01</a:t>
            </a:r>
          </a:p>
          <a:p>
            <a:r>
              <a:rPr lang="ru-RU" sz="1050" dirty="0" err="1"/>
              <a:t>min</a:t>
            </a:r>
            <a:r>
              <a:rPr lang="ru-RU" sz="1050" dirty="0"/>
              <a:t>     -3.666433e-02</a:t>
            </a:r>
          </a:p>
          <a:p>
            <a:r>
              <a:rPr lang="ru-RU" sz="1050" dirty="0"/>
              <a:t>1%      -2.374748e-06</a:t>
            </a:r>
          </a:p>
          <a:p>
            <a:r>
              <a:rPr lang="ru-RU" sz="1050" dirty="0"/>
              <a:t>25%     -3.973643e-09</a:t>
            </a:r>
          </a:p>
          <a:p>
            <a:r>
              <a:rPr lang="ru-RU" sz="1050" dirty="0"/>
              <a:t>50%      0.000000e+00</a:t>
            </a:r>
          </a:p>
          <a:p>
            <a:r>
              <a:rPr lang="ru-RU" sz="1050" dirty="0"/>
              <a:t>75%      1.780418e+00</a:t>
            </a:r>
          </a:p>
          <a:p>
            <a:r>
              <a:rPr lang="ru-RU" sz="1050" dirty="0"/>
              <a:t>99%      2.307910e+02</a:t>
            </a:r>
          </a:p>
          <a:p>
            <a:r>
              <a:rPr lang="ru-RU" sz="1050" dirty="0"/>
              <a:t>99.9%    5.678498e+02</a:t>
            </a:r>
          </a:p>
          <a:p>
            <a:r>
              <a:rPr lang="ru-RU" sz="1050" dirty="0" err="1"/>
              <a:t>max</a:t>
            </a:r>
            <a:r>
              <a:rPr lang="ru-RU" sz="1050" dirty="0"/>
              <a:t>      5.000000e+03</a:t>
            </a:r>
          </a:p>
          <a:p>
            <a:r>
              <a:rPr lang="ru-RU" sz="1050" dirty="0" err="1"/>
              <a:t>dtype</a:t>
            </a:r>
            <a:r>
              <a:rPr lang="ru-RU" sz="1050" dirty="0"/>
              <a:t>: float64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3DEDB75-83F8-B00A-C260-228AAD4CFA9C}"/>
              </a:ext>
            </a:extLst>
          </p:cNvPr>
          <p:cNvSpPr txBox="1"/>
          <p:nvPr/>
        </p:nvSpPr>
        <p:spPr>
          <a:xfrm>
            <a:off x="5640014" y="701471"/>
            <a:ext cx="155173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50" dirty="0" err="1"/>
              <a:t>count</a:t>
            </a:r>
            <a:r>
              <a:rPr lang="ru-RU" sz="1050" dirty="0"/>
              <a:t>    3.276000e+04</a:t>
            </a:r>
          </a:p>
          <a:p>
            <a:r>
              <a:rPr lang="ru-RU" sz="1050" dirty="0" err="1"/>
              <a:t>mean</a:t>
            </a:r>
            <a:r>
              <a:rPr lang="ru-RU" sz="1050" dirty="0"/>
              <a:t>     2.269461e+01</a:t>
            </a:r>
          </a:p>
          <a:p>
            <a:r>
              <a:rPr lang="ru-RU" sz="1050" dirty="0" err="1"/>
              <a:t>std</a:t>
            </a:r>
            <a:r>
              <a:rPr lang="ru-RU" sz="1050" dirty="0"/>
              <a:t>      7.593759e+01</a:t>
            </a:r>
          </a:p>
          <a:p>
            <a:r>
              <a:rPr lang="ru-RU" sz="1050" dirty="0" err="1"/>
              <a:t>min</a:t>
            </a:r>
            <a:r>
              <a:rPr lang="ru-RU" sz="1050" dirty="0"/>
              <a:t>     -3.666433e-02</a:t>
            </a:r>
          </a:p>
          <a:p>
            <a:r>
              <a:rPr lang="ru-RU" sz="1050" dirty="0"/>
              <a:t>1%      -2.374748e-06</a:t>
            </a:r>
          </a:p>
          <a:p>
            <a:r>
              <a:rPr lang="ru-RU" sz="1050" dirty="0"/>
              <a:t>25%     -3.973643e-09</a:t>
            </a:r>
          </a:p>
          <a:p>
            <a:r>
              <a:rPr lang="ru-RU" sz="1050" dirty="0"/>
              <a:t>50%      0.000000e+00</a:t>
            </a:r>
          </a:p>
          <a:p>
            <a:r>
              <a:rPr lang="ru-RU" sz="1050" dirty="0"/>
              <a:t>75%      1.780418e+00</a:t>
            </a:r>
          </a:p>
          <a:p>
            <a:r>
              <a:rPr lang="ru-RU" sz="1050" dirty="0"/>
              <a:t>99%      2.307910e+02</a:t>
            </a:r>
          </a:p>
          <a:p>
            <a:r>
              <a:rPr lang="ru-RU" sz="1050" dirty="0"/>
              <a:t>99.9%    5.678498e+02</a:t>
            </a:r>
          </a:p>
          <a:p>
            <a:r>
              <a:rPr lang="ru-RU" sz="1050" dirty="0" err="1"/>
              <a:t>max</a:t>
            </a:r>
            <a:r>
              <a:rPr lang="ru-RU" sz="1050" dirty="0"/>
              <a:t>      5.000000e+03</a:t>
            </a:r>
          </a:p>
          <a:p>
            <a:r>
              <a:rPr lang="ru-RU" sz="1050" dirty="0" err="1"/>
              <a:t>dtype</a:t>
            </a:r>
            <a:r>
              <a:rPr lang="ru-RU" sz="1050" dirty="0"/>
              <a:t>: float64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3E53CF7-4B0D-F19D-7D4B-804A50EE8B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9864" y="3429000"/>
            <a:ext cx="3670300" cy="2616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158965C-3D13-640D-5141-E8F071D8A4CF}"/>
              </a:ext>
            </a:extLst>
          </p:cNvPr>
          <p:cNvSpPr txBox="1"/>
          <p:nvPr/>
        </p:nvSpPr>
        <p:spPr>
          <a:xfrm>
            <a:off x="6467868" y="3620589"/>
            <a:ext cx="1614747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050" dirty="0" err="1"/>
              <a:t>count</a:t>
            </a:r>
            <a:r>
              <a:rPr lang="ru-RU" sz="1050" dirty="0"/>
              <a:t>    5.198400e+05</a:t>
            </a:r>
          </a:p>
          <a:p>
            <a:r>
              <a:rPr lang="ru-RU" sz="1050" dirty="0" err="1"/>
              <a:t>mean</a:t>
            </a:r>
            <a:r>
              <a:rPr lang="ru-RU" sz="1050" dirty="0"/>
              <a:t>    -2.772884e-01</a:t>
            </a:r>
          </a:p>
          <a:p>
            <a:r>
              <a:rPr lang="ru-RU" sz="1050" dirty="0" err="1"/>
              <a:t>std</a:t>
            </a:r>
            <a:r>
              <a:rPr lang="ru-RU" sz="1050" dirty="0"/>
              <a:t>      1.412465e+01</a:t>
            </a:r>
          </a:p>
          <a:p>
            <a:r>
              <a:rPr lang="ru-RU" sz="1050" dirty="0" err="1"/>
              <a:t>min</a:t>
            </a:r>
            <a:r>
              <a:rPr lang="ru-RU" sz="1050" dirty="0"/>
              <a:t>     -1.073543e+03</a:t>
            </a:r>
          </a:p>
          <a:p>
            <a:r>
              <a:rPr lang="ru-RU" sz="1050" dirty="0"/>
              <a:t>1%      -4.540769e+01</a:t>
            </a:r>
          </a:p>
          <a:p>
            <a:r>
              <a:rPr lang="ru-RU" sz="1050" dirty="0"/>
              <a:t>25%     -1.894931e-07</a:t>
            </a:r>
          </a:p>
          <a:p>
            <a:r>
              <a:rPr lang="ru-RU" sz="1050" dirty="0"/>
              <a:t>50%      0.000000e+00</a:t>
            </a:r>
          </a:p>
          <a:p>
            <a:r>
              <a:rPr lang="ru-RU" sz="1050" dirty="0"/>
              <a:t>75%      0.000000e+00</a:t>
            </a:r>
          </a:p>
          <a:p>
            <a:r>
              <a:rPr lang="ru-RU" sz="1050" dirty="0"/>
              <a:t>99%      4.901204e+01</a:t>
            </a:r>
          </a:p>
          <a:p>
            <a:r>
              <a:rPr lang="ru-RU" sz="1050" dirty="0"/>
              <a:t>99.9%    1.095486e+02</a:t>
            </a:r>
          </a:p>
          <a:p>
            <a:r>
              <a:rPr lang="ru-RU" sz="1050" dirty="0" err="1"/>
              <a:t>max</a:t>
            </a:r>
            <a:r>
              <a:rPr lang="ru-RU" sz="1050" dirty="0"/>
              <a:t>      7.621317e+02</a:t>
            </a:r>
          </a:p>
          <a:p>
            <a:r>
              <a:rPr lang="ru-RU" sz="1050" dirty="0" err="1"/>
              <a:t>dtype</a:t>
            </a:r>
            <a:r>
              <a:rPr lang="ru-RU" sz="1050" dirty="0"/>
              <a:t>: float64</a:t>
            </a:r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4CD6292D-77FF-4006-6242-418CACC1FC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407" y="3429000"/>
            <a:ext cx="3670300" cy="26162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88F85471-C9B3-7B4E-8B33-C888B2B31C3D}"/>
              </a:ext>
            </a:extLst>
          </p:cNvPr>
          <p:cNvSpPr txBox="1"/>
          <p:nvPr/>
        </p:nvSpPr>
        <p:spPr>
          <a:xfrm>
            <a:off x="1512513" y="3666755"/>
            <a:ext cx="160476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000" dirty="0" err="1"/>
              <a:t>count</a:t>
            </a:r>
            <a:r>
              <a:rPr lang="ru-RU" sz="1000" dirty="0"/>
              <a:t>    519840.000000</a:t>
            </a:r>
          </a:p>
          <a:p>
            <a:r>
              <a:rPr lang="ru-RU" sz="1000" dirty="0" err="1"/>
              <a:t>mean</a:t>
            </a:r>
            <a:r>
              <a:rPr lang="ru-RU" sz="1000" dirty="0"/>
              <a:t>        144.151245</a:t>
            </a:r>
          </a:p>
          <a:p>
            <a:r>
              <a:rPr lang="ru-RU" sz="1000" dirty="0" err="1"/>
              <a:t>std</a:t>
            </a:r>
            <a:r>
              <a:rPr lang="ru-RU" sz="1000" dirty="0"/>
              <a:t>         777.536255</a:t>
            </a:r>
          </a:p>
          <a:p>
            <a:r>
              <a:rPr lang="ru-RU" sz="1000" dirty="0" err="1"/>
              <a:t>min</a:t>
            </a:r>
            <a:r>
              <a:rPr lang="ru-RU" sz="1000" dirty="0"/>
              <a:t>          -0.039998</a:t>
            </a:r>
          </a:p>
          <a:p>
            <a:r>
              <a:rPr lang="ru-RU" sz="1000" dirty="0"/>
              <a:t>1%           -0.000003</a:t>
            </a:r>
          </a:p>
          <a:p>
            <a:r>
              <a:rPr lang="ru-RU" sz="1000" dirty="0"/>
              <a:t>25%           0.000000</a:t>
            </a:r>
          </a:p>
          <a:p>
            <a:r>
              <a:rPr lang="ru-RU" sz="1000" dirty="0"/>
              <a:t>50%           0.000000</a:t>
            </a:r>
          </a:p>
          <a:p>
            <a:r>
              <a:rPr lang="ru-RU" sz="1000" dirty="0"/>
              <a:t>75%           0.691666</a:t>
            </a:r>
          </a:p>
          <a:p>
            <a:r>
              <a:rPr lang="ru-RU" sz="1000" dirty="0"/>
              <a:t>99%        5000.000000</a:t>
            </a:r>
          </a:p>
          <a:p>
            <a:r>
              <a:rPr lang="ru-RU" sz="1000" dirty="0"/>
              <a:t>99.9%      5000.000000</a:t>
            </a:r>
          </a:p>
          <a:p>
            <a:r>
              <a:rPr lang="ru-RU" sz="1000" dirty="0" err="1"/>
              <a:t>max</a:t>
            </a:r>
            <a:r>
              <a:rPr lang="ru-RU" sz="1000" dirty="0"/>
              <a:t>        5000.025391</a:t>
            </a:r>
          </a:p>
          <a:p>
            <a:r>
              <a:rPr lang="ru-RU" sz="1000" dirty="0" err="1"/>
              <a:t>dtype</a:t>
            </a:r>
            <a:r>
              <a:rPr lang="ru-RU" sz="1000" dirty="0"/>
              <a:t>: float64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CEF88DBF-EDB3-97CD-23FC-AF0E70D16DC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47452" y="5591913"/>
            <a:ext cx="2040356" cy="145437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E20AE46E-FD8A-1200-C997-70D15ED6E4B4}"/>
              </a:ext>
            </a:extLst>
          </p:cNvPr>
          <p:cNvSpPr txBox="1"/>
          <p:nvPr/>
        </p:nvSpPr>
        <p:spPr>
          <a:xfrm>
            <a:off x="2809556" y="5473005"/>
            <a:ext cx="1300249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700" dirty="0" err="1"/>
              <a:t>count</a:t>
            </a:r>
            <a:r>
              <a:rPr lang="ru-RU" sz="700" dirty="0"/>
              <a:t>    203014.000000</a:t>
            </a:r>
          </a:p>
          <a:p>
            <a:r>
              <a:rPr lang="ru-RU" sz="700" dirty="0" err="1"/>
              <a:t>mean</a:t>
            </a:r>
            <a:r>
              <a:rPr lang="ru-RU" sz="700" dirty="0"/>
              <a:t>         38.502316</a:t>
            </a:r>
          </a:p>
          <a:p>
            <a:r>
              <a:rPr lang="ru-RU" sz="700" dirty="0" err="1"/>
              <a:t>std</a:t>
            </a:r>
            <a:r>
              <a:rPr lang="ru-RU" sz="700" dirty="0"/>
              <a:t>          56.846348</a:t>
            </a:r>
          </a:p>
          <a:p>
            <a:r>
              <a:rPr lang="ru-RU" sz="700" dirty="0" err="1"/>
              <a:t>min</a:t>
            </a:r>
            <a:r>
              <a:rPr lang="ru-RU" sz="700" dirty="0"/>
              <a:t>          -0.039998</a:t>
            </a:r>
          </a:p>
          <a:p>
            <a:r>
              <a:rPr lang="ru-RU" sz="700" dirty="0"/>
              <a:t>1%           -0.001667</a:t>
            </a:r>
          </a:p>
          <a:p>
            <a:r>
              <a:rPr lang="ru-RU" sz="700" dirty="0"/>
              <a:t>25%           0.000000</a:t>
            </a:r>
          </a:p>
          <a:p>
            <a:r>
              <a:rPr lang="ru-RU" sz="700" dirty="0"/>
              <a:t>50%           2.446667</a:t>
            </a:r>
          </a:p>
          <a:p>
            <a:r>
              <a:rPr lang="ru-RU" sz="700" dirty="0"/>
              <a:t>75%          65.683340</a:t>
            </a:r>
          </a:p>
          <a:p>
            <a:r>
              <a:rPr lang="ru-RU" sz="700" dirty="0"/>
              <a:t>99%         245.223127</a:t>
            </a:r>
          </a:p>
          <a:p>
            <a:r>
              <a:rPr lang="ru-RU" sz="700" dirty="0"/>
              <a:t>99.9%       317.206974</a:t>
            </a:r>
          </a:p>
          <a:p>
            <a:r>
              <a:rPr lang="ru-RU" sz="700" dirty="0" err="1"/>
              <a:t>max</a:t>
            </a:r>
            <a:r>
              <a:rPr lang="ru-RU" sz="700" dirty="0"/>
              <a:t>         421.528320</a:t>
            </a:r>
          </a:p>
          <a:p>
            <a:r>
              <a:rPr lang="ru-RU" sz="700" dirty="0" err="1"/>
              <a:t>dtype</a:t>
            </a:r>
            <a:r>
              <a:rPr lang="ru-RU" sz="700" dirty="0"/>
              <a:t>: float64</a:t>
            </a:r>
          </a:p>
        </p:txBody>
      </p:sp>
      <p:pic>
        <p:nvPicPr>
          <p:cNvPr id="30" name="Рисунок 29">
            <a:extLst>
              <a:ext uri="{FF2B5EF4-FFF2-40B4-BE49-F238E27FC236}">
                <a16:creationId xmlns:a16="http://schemas.microsoft.com/office/drawing/2014/main" id="{967921F1-7549-DB54-C138-B586C8CA84E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4572" y="5581955"/>
            <a:ext cx="2164062" cy="1569707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660E5288-797B-F6FE-E514-FF595B1D477F}"/>
              </a:ext>
            </a:extLst>
          </p:cNvPr>
          <p:cNvSpPr txBox="1"/>
          <p:nvPr/>
        </p:nvSpPr>
        <p:spPr>
          <a:xfrm>
            <a:off x="8704915" y="5674310"/>
            <a:ext cx="1245689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700" dirty="0" err="1"/>
              <a:t>count</a:t>
            </a:r>
            <a:r>
              <a:rPr lang="ru-RU" sz="700" dirty="0"/>
              <a:t>    2.030140e+05</a:t>
            </a:r>
          </a:p>
          <a:p>
            <a:r>
              <a:rPr lang="ru-RU" sz="700" dirty="0" err="1"/>
              <a:t>mean</a:t>
            </a:r>
            <a:r>
              <a:rPr lang="ru-RU" sz="700" dirty="0"/>
              <a:t>    -5.157353e-01</a:t>
            </a:r>
          </a:p>
          <a:p>
            <a:r>
              <a:rPr lang="ru-RU" sz="700" dirty="0" err="1"/>
              <a:t>std</a:t>
            </a:r>
            <a:r>
              <a:rPr lang="ru-RU" sz="700" dirty="0"/>
              <a:t>      2.085798e+01</a:t>
            </a:r>
          </a:p>
          <a:p>
            <a:r>
              <a:rPr lang="ru-RU" sz="700" dirty="0" err="1"/>
              <a:t>min</a:t>
            </a:r>
            <a:r>
              <a:rPr lang="ru-RU" sz="700" dirty="0"/>
              <a:t>     -3.077184e+02</a:t>
            </a:r>
          </a:p>
          <a:p>
            <a:r>
              <a:rPr lang="ru-RU" sz="700" dirty="0"/>
              <a:t>1%      -6.001697e+01</a:t>
            </a:r>
          </a:p>
          <a:p>
            <a:r>
              <a:rPr lang="ru-RU" sz="700" dirty="0"/>
              <a:t>25%     -4.541667e+00</a:t>
            </a:r>
          </a:p>
          <a:p>
            <a:r>
              <a:rPr lang="ru-RU" sz="700" dirty="0"/>
              <a:t>50%     -2.235174e-09</a:t>
            </a:r>
          </a:p>
          <a:p>
            <a:r>
              <a:rPr lang="ru-RU" sz="700" dirty="0"/>
              <a:t>75%      6.439785e-07</a:t>
            </a:r>
          </a:p>
          <a:p>
            <a:r>
              <a:rPr lang="ru-RU" sz="700" dirty="0"/>
              <a:t>99%      7.070472e+01</a:t>
            </a:r>
          </a:p>
          <a:p>
            <a:r>
              <a:rPr lang="ru-RU" sz="700" dirty="0"/>
              <a:t>99.9%    1.355263e+02</a:t>
            </a:r>
          </a:p>
          <a:p>
            <a:r>
              <a:rPr lang="ru-RU" sz="700" dirty="0" err="1"/>
              <a:t>max</a:t>
            </a:r>
            <a:r>
              <a:rPr lang="ru-RU" sz="700" dirty="0"/>
              <a:t>      2.227833e+02</a:t>
            </a:r>
          </a:p>
          <a:p>
            <a:r>
              <a:rPr lang="ru-RU" sz="700" dirty="0" err="1"/>
              <a:t>dtype</a:t>
            </a:r>
            <a:r>
              <a:rPr lang="ru-RU" sz="700" dirty="0"/>
              <a:t>: float64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8F70D5D-E698-CC9F-EAA1-ADFA8737B065}"/>
              </a:ext>
            </a:extLst>
          </p:cNvPr>
          <p:cNvSpPr txBox="1"/>
          <p:nvPr/>
        </p:nvSpPr>
        <p:spPr>
          <a:xfrm>
            <a:off x="9497405" y="3255364"/>
            <a:ext cx="2776350" cy="20535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"era_sd_6weeks": {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"n": 1122854400,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"mean": 0.004733848040847398,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"std": 15.465398788846425,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</a:t>
            </a:r>
            <a:r>
              <a:rPr lang="en" sz="1000" b="0" dirty="0" err="1">
                <a:effectLst/>
                <a:latin typeface="Menlo" panose="020B0609030804020204" pitchFamily="49" charset="0"/>
              </a:rPr>
              <a:t>mad_std</a:t>
            </a:r>
            <a:r>
              <a:rPr lang="en" sz="1000" b="0" dirty="0">
                <a:effectLst/>
                <a:latin typeface="Menlo" panose="020B0609030804020204" pitchFamily="49" charset="0"/>
              </a:rPr>
              <a:t>": 0.0,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"q001": -103.4348720703125,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"q01": -37.52857208251953,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"q50": 0.0,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"q99": 43.342857360839844,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"q999": 123.03487390899812</a:t>
            </a:r>
          </a:p>
          <a:p>
            <a:pPr>
              <a:lnSpc>
                <a:spcPts val="1350"/>
              </a:lnSpc>
              <a:buNone/>
            </a:pPr>
            <a:r>
              <a:rPr lang="en" sz="1000" b="0" dirty="0">
                <a:effectLst/>
                <a:latin typeface="Menlo" panose="020B0609030804020204" pitchFamily="49" charset="0"/>
              </a:rPr>
              <a:t>},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C60452-B094-23C6-583F-7C443E3935B8}"/>
              </a:ext>
            </a:extLst>
          </p:cNvPr>
          <p:cNvSpPr txBox="1"/>
          <p:nvPr/>
        </p:nvSpPr>
        <p:spPr>
          <a:xfrm>
            <a:off x="97250" y="3117306"/>
            <a:ext cx="8478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era_sd</a:t>
            </a:r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461649-4C51-530A-9C89-594439CA77EB}"/>
              </a:ext>
            </a:extLst>
          </p:cNvPr>
          <p:cNvSpPr txBox="1"/>
          <p:nvPr/>
        </p:nvSpPr>
        <p:spPr>
          <a:xfrm>
            <a:off x="4109805" y="3118768"/>
            <a:ext cx="1527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era_sd_anom</a:t>
            </a:r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480D91-4336-1D22-273F-C621859AC67F}"/>
              </a:ext>
            </a:extLst>
          </p:cNvPr>
          <p:cNvSpPr txBox="1"/>
          <p:nvPr/>
        </p:nvSpPr>
        <p:spPr>
          <a:xfrm>
            <a:off x="7417578" y="3039826"/>
            <a:ext cx="1706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era_sd_6weeks</a:t>
            </a:r>
          </a:p>
        </p:txBody>
      </p:sp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6F4AA442-CA39-F0BF-B285-D0D881A94F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53159" y="5294482"/>
            <a:ext cx="2424469" cy="1818352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86926FB2-5BB8-37AE-308E-DAEDC75DDE6C}"/>
              </a:ext>
            </a:extLst>
          </p:cNvPr>
          <p:cNvSpPr txBox="1"/>
          <p:nvPr/>
        </p:nvSpPr>
        <p:spPr>
          <a:xfrm>
            <a:off x="11419178" y="5294482"/>
            <a:ext cx="2424469" cy="169277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"era_sd_6months": {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"n": 438510240,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"mean": 0.04876991902864316,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"std": 17.998739685414666,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</a:t>
            </a:r>
            <a:r>
              <a:rPr lang="en" sz="800" b="0" dirty="0" err="1">
                <a:effectLst/>
                <a:latin typeface="Menlo" panose="020B0609030804020204" pitchFamily="49" charset="0"/>
              </a:rPr>
              <a:t>mad_std</a:t>
            </a:r>
            <a:r>
              <a:rPr lang="en" sz="800" b="0" dirty="0">
                <a:effectLst/>
                <a:latin typeface="Menlo" panose="020B0609030804020204" pitchFamily="49" charset="0"/>
              </a:rPr>
              <a:t>": 0.009884137626830488,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"q001": -116.4988197479248,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"q01": -54.97667087554932,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"q25": -0.20333345234394073,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"q50": 0.0,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"q75": 1.1920929132713809e-08,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"q99": 67.29469879150363,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"q999": 144.70958836366043</a:t>
            </a:r>
          </a:p>
          <a:p>
            <a:pPr>
              <a:buNone/>
            </a:pPr>
            <a:r>
              <a:rPr lang="en" sz="800" b="0" dirty="0">
                <a:effectLst/>
                <a:latin typeface="Menlo" panose="020B0609030804020204" pitchFamily="49" charset="0"/>
              </a:rPr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2570074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A0038D-DDA3-2183-BD3C-6B2E62995F99}"/>
              </a:ext>
            </a:extLst>
          </p:cNvPr>
          <p:cNvSpPr txBox="1"/>
          <p:nvPr/>
        </p:nvSpPr>
        <p:spPr>
          <a:xfrm>
            <a:off x="0" y="3093162"/>
            <a:ext cx="14013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sden_anom</a:t>
            </a:r>
            <a:endParaRPr lang="en-US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B64F8003-517E-8FB2-68F5-F179DC745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697" y="3429000"/>
            <a:ext cx="4146320" cy="30075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F444F6-A63B-A717-5861-A67094205130}"/>
              </a:ext>
            </a:extLst>
          </p:cNvPr>
          <p:cNvSpPr txBox="1"/>
          <p:nvPr/>
        </p:nvSpPr>
        <p:spPr>
          <a:xfrm>
            <a:off x="4007385" y="3778609"/>
            <a:ext cx="1963757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200" dirty="0" err="1"/>
              <a:t>count</a:t>
            </a:r>
            <a:r>
              <a:rPr lang="ru-RU" sz="1200" dirty="0"/>
              <a:t>    152954.000000</a:t>
            </a:r>
          </a:p>
          <a:p>
            <a:r>
              <a:rPr lang="ru-RU" sz="1200" dirty="0" err="1"/>
              <a:t>mean</a:t>
            </a:r>
            <a:r>
              <a:rPr lang="ru-RU" sz="1200" dirty="0"/>
              <a:t>         -0.091227</a:t>
            </a:r>
          </a:p>
          <a:p>
            <a:r>
              <a:rPr lang="ru-RU" sz="1200" dirty="0" err="1"/>
              <a:t>std</a:t>
            </a:r>
            <a:r>
              <a:rPr lang="ru-RU" sz="1200" dirty="0"/>
              <a:t>          17.041697</a:t>
            </a:r>
          </a:p>
          <a:p>
            <a:r>
              <a:rPr lang="ru-RU" sz="1200" dirty="0" err="1"/>
              <a:t>min</a:t>
            </a:r>
            <a:r>
              <a:rPr lang="ru-RU" sz="1200" dirty="0"/>
              <a:t>         -98.670006</a:t>
            </a:r>
          </a:p>
          <a:p>
            <a:r>
              <a:rPr lang="ru-RU" sz="1200" dirty="0"/>
              <a:t>1%          -42.504018</a:t>
            </a:r>
          </a:p>
          <a:p>
            <a:r>
              <a:rPr lang="ru-RU" sz="1200" dirty="0"/>
              <a:t>25%          -7.314583</a:t>
            </a:r>
          </a:p>
          <a:p>
            <a:r>
              <a:rPr lang="ru-RU" sz="1200" dirty="0"/>
              <a:t>50%          -0.670000</a:t>
            </a:r>
          </a:p>
          <a:p>
            <a:r>
              <a:rPr lang="ru-RU" sz="1200" dirty="0"/>
              <a:t>75%           4.147916</a:t>
            </a:r>
          </a:p>
          <a:p>
            <a:r>
              <a:rPr lang="ru-RU" sz="1200" dirty="0"/>
              <a:t>99%          53.721664</a:t>
            </a:r>
          </a:p>
          <a:p>
            <a:r>
              <a:rPr lang="ru-RU" sz="1200" dirty="0"/>
              <a:t>99.9%        80.956159</a:t>
            </a:r>
          </a:p>
          <a:p>
            <a:r>
              <a:rPr lang="ru-RU" sz="1200" dirty="0" err="1"/>
              <a:t>max</a:t>
            </a:r>
            <a:r>
              <a:rPr lang="ru-RU" sz="1200" dirty="0"/>
              <a:t>         126.005005</a:t>
            </a:r>
          </a:p>
          <a:p>
            <a:r>
              <a:rPr lang="ru-RU" sz="1200" dirty="0" err="1"/>
              <a:t>dtype</a:t>
            </a:r>
            <a:r>
              <a:rPr lang="ru-RU" sz="1200" dirty="0"/>
              <a:t>: float64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39C8FF1-5B10-9110-AFD9-F034ED437A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433" y="157531"/>
            <a:ext cx="4028196" cy="29218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AC4F2EF-E288-EAAC-7F57-C23086DBC48C}"/>
              </a:ext>
            </a:extLst>
          </p:cNvPr>
          <p:cNvSpPr txBox="1"/>
          <p:nvPr/>
        </p:nvSpPr>
        <p:spPr>
          <a:xfrm>
            <a:off x="0" y="-34020"/>
            <a:ext cx="612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/>
              <a:t>sden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2A5D4E-6040-CAF3-B516-459823B65C0F}"/>
              </a:ext>
            </a:extLst>
          </p:cNvPr>
          <p:cNvSpPr txBox="1"/>
          <p:nvPr/>
        </p:nvSpPr>
        <p:spPr>
          <a:xfrm>
            <a:off x="3851771" y="335312"/>
            <a:ext cx="1788865" cy="230832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200" dirty="0" err="1"/>
              <a:t>count</a:t>
            </a:r>
            <a:r>
              <a:rPr lang="ru-RU" sz="1200" dirty="0"/>
              <a:t>    131780.000000</a:t>
            </a:r>
          </a:p>
          <a:p>
            <a:r>
              <a:rPr lang="ru-RU" sz="1200" dirty="0" err="1"/>
              <a:t>mean</a:t>
            </a:r>
            <a:r>
              <a:rPr lang="ru-RU" sz="1200" dirty="0"/>
              <a:t>        157.783875</a:t>
            </a:r>
          </a:p>
          <a:p>
            <a:r>
              <a:rPr lang="ru-RU" sz="1200" dirty="0" err="1"/>
              <a:t>std</a:t>
            </a:r>
            <a:r>
              <a:rPr lang="ru-RU" sz="1200" dirty="0"/>
              <a:t>          34.696880</a:t>
            </a:r>
          </a:p>
          <a:p>
            <a:r>
              <a:rPr lang="ru-RU" sz="1200" dirty="0" err="1"/>
              <a:t>min</a:t>
            </a:r>
            <a:r>
              <a:rPr lang="ru-RU" sz="1200" dirty="0"/>
              <a:t>         101.001663</a:t>
            </a:r>
          </a:p>
          <a:p>
            <a:r>
              <a:rPr lang="ru-RU" sz="1200" dirty="0"/>
              <a:t>1%          101.706323</a:t>
            </a:r>
          </a:p>
          <a:p>
            <a:r>
              <a:rPr lang="ru-RU" sz="1200" dirty="0"/>
              <a:t>25%         136.079990</a:t>
            </a:r>
          </a:p>
          <a:p>
            <a:r>
              <a:rPr lang="ru-RU" sz="1200" dirty="0"/>
              <a:t>50%         153.286674</a:t>
            </a:r>
          </a:p>
          <a:p>
            <a:r>
              <a:rPr lang="ru-RU" sz="1200" dirty="0"/>
              <a:t>75%         176.624191</a:t>
            </a:r>
          </a:p>
          <a:p>
            <a:r>
              <a:rPr lang="ru-RU" sz="1200" dirty="0"/>
              <a:t>99%         251.768400</a:t>
            </a:r>
          </a:p>
          <a:p>
            <a:r>
              <a:rPr lang="ru-RU" sz="1200" dirty="0"/>
              <a:t>99.9%       280.302410</a:t>
            </a:r>
          </a:p>
          <a:p>
            <a:r>
              <a:rPr lang="ru-RU" sz="1200" dirty="0" err="1"/>
              <a:t>max</a:t>
            </a:r>
            <a:r>
              <a:rPr lang="ru-RU" sz="1200" dirty="0"/>
              <a:t>         298.723328</a:t>
            </a:r>
          </a:p>
          <a:p>
            <a:r>
              <a:rPr lang="ru-RU" sz="1200" dirty="0" err="1"/>
              <a:t>dtype</a:t>
            </a:r>
            <a:r>
              <a:rPr lang="ru-RU" sz="1200" dirty="0"/>
              <a:t>: float64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9BF1AECD-CFA3-89BD-96EB-5C90C754A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141" y="1437058"/>
            <a:ext cx="4385571" cy="32891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A29FB1D-053C-2A56-3E33-D6657EC42B29}"/>
              </a:ext>
            </a:extLst>
          </p:cNvPr>
          <p:cNvSpPr txBox="1"/>
          <p:nvPr/>
        </p:nvSpPr>
        <p:spPr>
          <a:xfrm>
            <a:off x="5971140" y="1470285"/>
            <a:ext cx="6125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sden_6weeks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A3C944-D30E-D3A8-8AA3-A9527D4EE183}"/>
              </a:ext>
            </a:extLst>
          </p:cNvPr>
          <p:cNvSpPr txBox="1"/>
          <p:nvPr/>
        </p:nvSpPr>
        <p:spPr>
          <a:xfrm>
            <a:off x="8473256" y="1755826"/>
            <a:ext cx="2753359" cy="24375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"era_sden_6weeks": {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"n": 438510240,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"mean": 0.004989204904061375,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"std": 18.872284545060612,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</a:t>
            </a:r>
            <a:r>
              <a:rPr lang="en" sz="1050" b="0" dirty="0" err="1">
                <a:effectLst/>
                <a:latin typeface="Menlo" panose="020B0609030804020204" pitchFamily="49" charset="0"/>
              </a:rPr>
              <a:t>mad_std</a:t>
            </a:r>
            <a:r>
              <a:rPr lang="en" sz="1050" b="0" dirty="0">
                <a:effectLst/>
                <a:latin typeface="Menlo" panose="020B0609030804020204" pitchFamily="49" charset="0"/>
              </a:rPr>
              <a:t>": 0.6142210238277912,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"q001": -125.93318586730958,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"q01": -53.14285659790039,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"q25": -1.7857145071029663,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"q50": 0.0,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"q75": 9.04713388649725e-08,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"q99": 64.55714416503906,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"q999": 160.69200645446932</a:t>
            </a:r>
          </a:p>
          <a:p>
            <a:pPr>
              <a:lnSpc>
                <a:spcPts val="1350"/>
              </a:lnSpc>
              <a:buNone/>
            </a:pPr>
            <a:r>
              <a:rPr lang="en" sz="1050" b="0" dirty="0">
                <a:effectLst/>
                <a:latin typeface="Menlo" panose="020B0609030804020204" pitchFamily="49" charset="0"/>
              </a:rPr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211143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4A32C15-9985-A5BA-F7EE-6ED818025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377" y="534470"/>
            <a:ext cx="3878107" cy="289452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7B1D81-E0F0-1A80-3A3C-9C617918E137}"/>
              </a:ext>
            </a:extLst>
          </p:cNvPr>
          <p:cNvSpPr txBox="1"/>
          <p:nvPr/>
        </p:nvSpPr>
        <p:spPr>
          <a:xfrm>
            <a:off x="506776" y="165253"/>
            <a:ext cx="1007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Inm_ww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7484F7-A811-09CA-F44F-0AF119843BED}"/>
              </a:ext>
            </a:extLst>
          </p:cNvPr>
          <p:cNvSpPr txBox="1"/>
          <p:nvPr/>
        </p:nvSpPr>
        <p:spPr>
          <a:xfrm>
            <a:off x="3798753" y="577376"/>
            <a:ext cx="2382398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err="1"/>
              <a:t>count</a:t>
            </a:r>
            <a:r>
              <a:rPr lang="ru-RU" sz="1400" dirty="0"/>
              <a:t>    13090.000000</a:t>
            </a:r>
          </a:p>
          <a:p>
            <a:r>
              <a:rPr lang="ru-RU" sz="1400" dirty="0" err="1"/>
              <a:t>mean</a:t>
            </a:r>
            <a:r>
              <a:rPr lang="ru-RU" sz="1400" dirty="0"/>
              <a:t>       104.590508</a:t>
            </a:r>
          </a:p>
          <a:p>
            <a:r>
              <a:rPr lang="ru-RU" sz="1400" dirty="0" err="1"/>
              <a:t>std</a:t>
            </a:r>
            <a:r>
              <a:rPr lang="ru-RU" sz="1400" dirty="0"/>
              <a:t>         76.053558</a:t>
            </a:r>
          </a:p>
          <a:p>
            <a:r>
              <a:rPr lang="ru-RU" sz="1400" dirty="0" err="1"/>
              <a:t>min</a:t>
            </a:r>
            <a:r>
              <a:rPr lang="ru-RU" sz="1400" dirty="0"/>
              <a:t>          1.599999</a:t>
            </a:r>
          </a:p>
          <a:p>
            <a:r>
              <a:rPr lang="ru-RU" sz="1400" dirty="0"/>
              <a:t>1%           9.348198</a:t>
            </a:r>
          </a:p>
          <a:p>
            <a:r>
              <a:rPr lang="ru-RU" sz="1400" dirty="0"/>
              <a:t>25%         34.987498</a:t>
            </a:r>
          </a:p>
          <a:p>
            <a:r>
              <a:rPr lang="ru-RU" sz="1400" dirty="0"/>
              <a:t>50%         84.222473</a:t>
            </a:r>
          </a:p>
          <a:p>
            <a:r>
              <a:rPr lang="ru-RU" sz="1400" dirty="0"/>
              <a:t>75%        168.715866</a:t>
            </a:r>
          </a:p>
          <a:p>
            <a:r>
              <a:rPr lang="ru-RU" sz="1400" dirty="0"/>
              <a:t>99%        245.274052</a:t>
            </a:r>
          </a:p>
          <a:p>
            <a:r>
              <a:rPr lang="ru-RU" sz="1400" dirty="0"/>
              <a:t>99.9%      278.174383</a:t>
            </a:r>
          </a:p>
          <a:p>
            <a:r>
              <a:rPr lang="ru-RU" sz="1400" dirty="0" err="1"/>
              <a:t>max</a:t>
            </a:r>
            <a:r>
              <a:rPr lang="ru-RU" sz="1400" dirty="0"/>
              <a:t>        295.118378</a:t>
            </a:r>
          </a:p>
          <a:p>
            <a:r>
              <a:rPr lang="ru-RU" sz="1400" dirty="0" err="1"/>
              <a:t>dtype</a:t>
            </a:r>
            <a:r>
              <a:rPr lang="ru-RU" sz="1400" dirty="0"/>
              <a:t>: float64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89F5A-9685-9EDA-E9C3-4B1CE44A0A9C}"/>
              </a:ext>
            </a:extLst>
          </p:cNvPr>
          <p:cNvSpPr txBox="1"/>
          <p:nvPr/>
        </p:nvSpPr>
        <p:spPr>
          <a:xfrm>
            <a:off x="240535" y="3428999"/>
            <a:ext cx="1686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Inm_ww_anom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335FF6A-EA1C-BAA3-0401-F662416F1E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771" y="1405332"/>
            <a:ext cx="5046949" cy="378521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BA81EA3-F9B1-C75E-7D0D-5AFF5BDE61E5}"/>
              </a:ext>
            </a:extLst>
          </p:cNvPr>
          <p:cNvSpPr txBox="1"/>
          <p:nvPr/>
        </p:nvSpPr>
        <p:spPr>
          <a:xfrm>
            <a:off x="8954609" y="577376"/>
            <a:ext cx="3770523" cy="24375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"inm_ww_17weeks": {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"n": 2004912000,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"mean": 0.0007227607905220335,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"std": 2.2181530921778125,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</a:t>
            </a:r>
            <a:r>
              <a:rPr lang="en" sz="1400" b="0" dirty="0" err="1">
                <a:effectLst/>
                <a:latin typeface="Menlo" panose="020B0609030804020204" pitchFamily="49" charset="0"/>
              </a:rPr>
              <a:t>mad_std</a:t>
            </a:r>
            <a:r>
              <a:rPr lang="en" sz="1400" b="0" dirty="0">
                <a:effectLst/>
                <a:latin typeface="Menlo" panose="020B0609030804020204" pitchFamily="49" charset="0"/>
              </a:rPr>
              <a:t>": 3.582134662281078e-07,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"q001": -14.749157769203187,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"q01": -7.514286041259766,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"q25": -2.575772271029564e-07,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"q50": 0.0,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"q75": 2.3096799850463867e-07,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"q99": 7.5714287757873535,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"q999": 14.928571701049805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},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6074BBC-8A30-D92A-7A3A-3227B181D5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2753" y="3798216"/>
            <a:ext cx="3556000" cy="26162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C81638C-231C-AA26-E2FA-3DFBD5D30B02}"/>
              </a:ext>
            </a:extLst>
          </p:cNvPr>
          <p:cNvSpPr txBox="1"/>
          <p:nvPr/>
        </p:nvSpPr>
        <p:spPr>
          <a:xfrm>
            <a:off x="3458362" y="3798216"/>
            <a:ext cx="2382398" cy="229293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100" dirty="0" err="1"/>
              <a:t>count</a:t>
            </a:r>
            <a:r>
              <a:rPr lang="ru-RU" sz="1100" dirty="0"/>
              <a:t>    13023.000000</a:t>
            </a:r>
          </a:p>
          <a:p>
            <a:r>
              <a:rPr lang="ru-RU" sz="1100" dirty="0" err="1"/>
              <a:t>mean</a:t>
            </a:r>
            <a:r>
              <a:rPr lang="ru-RU" sz="1100" dirty="0"/>
              <a:t>         0.820355</a:t>
            </a:r>
          </a:p>
          <a:p>
            <a:r>
              <a:rPr lang="ru-RU" sz="1100" dirty="0" err="1"/>
              <a:t>std</a:t>
            </a:r>
            <a:r>
              <a:rPr lang="ru-RU" sz="1100" dirty="0"/>
              <a:t>          3.760852</a:t>
            </a:r>
          </a:p>
          <a:p>
            <a:r>
              <a:rPr lang="ru-RU" sz="1100" dirty="0" err="1"/>
              <a:t>min</a:t>
            </a:r>
            <a:r>
              <a:rPr lang="ru-RU" sz="1100" dirty="0"/>
              <a:t>        -19.091667</a:t>
            </a:r>
          </a:p>
          <a:p>
            <a:r>
              <a:rPr lang="ru-RU" sz="1100" dirty="0"/>
              <a:t>1%          -8.242300</a:t>
            </a:r>
          </a:p>
          <a:p>
            <a:r>
              <a:rPr lang="ru-RU" sz="1100" dirty="0"/>
              <a:t>25%         -0.665833</a:t>
            </a:r>
          </a:p>
          <a:p>
            <a:r>
              <a:rPr lang="ru-RU" sz="1100" dirty="0"/>
              <a:t>50%          0.208333</a:t>
            </a:r>
          </a:p>
          <a:p>
            <a:r>
              <a:rPr lang="ru-RU" sz="1100" dirty="0"/>
              <a:t>75%          1.768333</a:t>
            </a:r>
          </a:p>
          <a:p>
            <a:r>
              <a:rPr lang="ru-RU" sz="1100" dirty="0"/>
              <a:t>99%         14.736400</a:t>
            </a:r>
          </a:p>
          <a:p>
            <a:r>
              <a:rPr lang="ru-RU" sz="1100" dirty="0"/>
              <a:t>99.9%       26.016905</a:t>
            </a:r>
          </a:p>
          <a:p>
            <a:r>
              <a:rPr lang="ru-RU" sz="1100" dirty="0" err="1"/>
              <a:t>max</a:t>
            </a:r>
            <a:r>
              <a:rPr lang="ru-RU" sz="1100" dirty="0"/>
              <a:t>         32.108334</a:t>
            </a:r>
          </a:p>
          <a:p>
            <a:r>
              <a:rPr lang="ru-RU" sz="1100" dirty="0" err="1"/>
              <a:t>zeros</a:t>
            </a:r>
            <a:r>
              <a:rPr lang="ru-RU" sz="1100" dirty="0"/>
              <a:t>        0.000000</a:t>
            </a:r>
          </a:p>
          <a:p>
            <a:r>
              <a:rPr lang="ru-RU" sz="1100" dirty="0" err="1"/>
              <a:t>dtype</a:t>
            </a:r>
            <a:r>
              <a:rPr lang="ru-RU" sz="1100" dirty="0"/>
              <a:t>: float64</a:t>
            </a:r>
          </a:p>
        </p:txBody>
      </p:sp>
    </p:spTree>
    <p:extLst>
      <p:ext uri="{BB962C8B-B14F-4D97-AF65-F5344CB8AC3E}">
        <p14:creationId xmlns:p14="http://schemas.microsoft.com/office/powerpoint/2010/main" val="2559066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8136758-3C67-6620-1732-955241D9BB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09" y="655656"/>
            <a:ext cx="3556000" cy="26162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24FE9D-3283-0320-FD9F-026BE433C351}"/>
              </a:ext>
            </a:extLst>
          </p:cNvPr>
          <p:cNvSpPr txBox="1"/>
          <p:nvPr/>
        </p:nvSpPr>
        <p:spPr>
          <a:xfrm>
            <a:off x="208709" y="286324"/>
            <a:ext cx="1172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Inm_u850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198C38-F199-9E14-98C1-98EE441594B6}"/>
              </a:ext>
            </a:extLst>
          </p:cNvPr>
          <p:cNvSpPr txBox="1"/>
          <p:nvPr/>
        </p:nvSpPr>
        <p:spPr>
          <a:xfrm>
            <a:off x="3225188" y="594200"/>
            <a:ext cx="1930706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err="1"/>
              <a:t>count</a:t>
            </a:r>
            <a:r>
              <a:rPr lang="ru-RU" sz="1400" dirty="0"/>
              <a:t>    3.276000e+04</a:t>
            </a:r>
          </a:p>
          <a:p>
            <a:r>
              <a:rPr lang="ru-RU" sz="1400" dirty="0" err="1"/>
              <a:t>mean</a:t>
            </a:r>
            <a:r>
              <a:rPr lang="ru-RU" sz="1400" dirty="0"/>
              <a:t>     1.548703e-01</a:t>
            </a:r>
          </a:p>
          <a:p>
            <a:r>
              <a:rPr lang="ru-RU" sz="1400" dirty="0" err="1"/>
              <a:t>std</a:t>
            </a:r>
            <a:r>
              <a:rPr lang="ru-RU" sz="1400" dirty="0"/>
              <a:t>      1.753851e+00</a:t>
            </a:r>
          </a:p>
          <a:p>
            <a:r>
              <a:rPr lang="ru-RU" sz="1400" dirty="0" err="1"/>
              <a:t>min</a:t>
            </a:r>
            <a:r>
              <a:rPr lang="ru-RU" sz="1400" dirty="0"/>
              <a:t>     -4.945000e+00</a:t>
            </a:r>
          </a:p>
          <a:p>
            <a:r>
              <a:rPr lang="ru-RU" sz="1400" dirty="0"/>
              <a:t>1%      -3.873675e+00</a:t>
            </a:r>
          </a:p>
          <a:p>
            <a:r>
              <a:rPr lang="ru-RU" sz="1400" dirty="0"/>
              <a:t>25%     -8.833335e-01</a:t>
            </a:r>
          </a:p>
          <a:p>
            <a:r>
              <a:rPr lang="ru-RU" sz="1400" dirty="0"/>
              <a:t>50%      1.142422e-07</a:t>
            </a:r>
          </a:p>
          <a:p>
            <a:r>
              <a:rPr lang="ru-RU" sz="1400" dirty="0"/>
              <a:t>75%      1.103333e+00</a:t>
            </a:r>
          </a:p>
          <a:p>
            <a:r>
              <a:rPr lang="ru-RU" sz="1400" dirty="0"/>
              <a:t>99%      4.941217e+00</a:t>
            </a:r>
          </a:p>
          <a:p>
            <a:r>
              <a:rPr lang="ru-RU" sz="1400" dirty="0"/>
              <a:t>99.9%    6.784278e+00</a:t>
            </a:r>
          </a:p>
          <a:p>
            <a:r>
              <a:rPr lang="ru-RU" sz="1400" dirty="0" err="1"/>
              <a:t>max</a:t>
            </a:r>
            <a:r>
              <a:rPr lang="ru-RU" sz="1400" dirty="0"/>
              <a:t>      7.305000e+00</a:t>
            </a:r>
          </a:p>
          <a:p>
            <a:r>
              <a:rPr lang="ru-RU" sz="1400" dirty="0" err="1"/>
              <a:t>dtype</a:t>
            </a:r>
            <a:r>
              <a:rPr lang="ru-RU" sz="1400" dirty="0"/>
              <a:t>: float64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60B858B9-BEDE-C29C-0992-0527748AB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928" y="3817497"/>
            <a:ext cx="3556000" cy="2616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B8D296B-FE96-4FF4-DC12-77AE7CEB9A3D}"/>
              </a:ext>
            </a:extLst>
          </p:cNvPr>
          <p:cNvSpPr txBox="1"/>
          <p:nvPr/>
        </p:nvSpPr>
        <p:spPr>
          <a:xfrm>
            <a:off x="176270" y="3534406"/>
            <a:ext cx="1476260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b="0" dirty="0" err="1">
                <a:effectLst/>
                <a:latin typeface="Menlo" panose="020B0609030804020204" pitchFamily="49" charset="0"/>
              </a:rPr>
              <a:t>inm_olr</a:t>
            </a:r>
            <a:endParaRPr lang="en" b="0" dirty="0">
              <a:effectLst/>
              <a:latin typeface="Menlo" panose="020B0609030804020204" pitchFamily="49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0E75F7-D136-416A-91C1-2D12ABCF2B72}"/>
              </a:ext>
            </a:extLst>
          </p:cNvPr>
          <p:cNvSpPr txBox="1"/>
          <p:nvPr/>
        </p:nvSpPr>
        <p:spPr>
          <a:xfrm>
            <a:off x="3467559" y="3534406"/>
            <a:ext cx="2106976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err="1"/>
              <a:t>count</a:t>
            </a:r>
            <a:r>
              <a:rPr lang="ru-RU" sz="1400" dirty="0"/>
              <a:t>    32760.000000</a:t>
            </a:r>
          </a:p>
          <a:p>
            <a:r>
              <a:rPr lang="ru-RU" sz="1400" dirty="0" err="1"/>
              <a:t>mean</a:t>
            </a:r>
            <a:r>
              <a:rPr lang="ru-RU" sz="1400" dirty="0"/>
              <a:t>        -1.245256</a:t>
            </a:r>
          </a:p>
          <a:p>
            <a:r>
              <a:rPr lang="ru-RU" sz="1400" dirty="0" err="1"/>
              <a:t>std</a:t>
            </a:r>
            <a:r>
              <a:rPr lang="ru-RU" sz="1400" dirty="0"/>
              <a:t>         22.150177</a:t>
            </a:r>
          </a:p>
          <a:p>
            <a:r>
              <a:rPr lang="ru-RU" sz="1400" dirty="0" err="1"/>
              <a:t>min</a:t>
            </a:r>
            <a:r>
              <a:rPr lang="ru-RU" sz="1400" dirty="0"/>
              <a:t>       -111.400002</a:t>
            </a:r>
          </a:p>
          <a:p>
            <a:r>
              <a:rPr lang="ru-RU" sz="1400" dirty="0"/>
              <a:t>1%         -70.040999</a:t>
            </a:r>
          </a:p>
          <a:p>
            <a:r>
              <a:rPr lang="ru-RU" sz="1400" dirty="0"/>
              <a:t>25%        -12.299998</a:t>
            </a:r>
          </a:p>
          <a:p>
            <a:r>
              <a:rPr lang="ru-RU" sz="1400" dirty="0"/>
              <a:t>50%         -0.600000</a:t>
            </a:r>
          </a:p>
          <a:p>
            <a:r>
              <a:rPr lang="ru-RU" sz="1400" dirty="0"/>
              <a:t>75%         11.800000</a:t>
            </a:r>
          </a:p>
          <a:p>
            <a:r>
              <a:rPr lang="ru-RU" sz="1400" dirty="0"/>
              <a:t>99%         46.000000</a:t>
            </a:r>
          </a:p>
          <a:p>
            <a:r>
              <a:rPr lang="ru-RU" sz="1400" dirty="0"/>
              <a:t>99.9%       73.548201</a:t>
            </a:r>
          </a:p>
          <a:p>
            <a:r>
              <a:rPr lang="ru-RU" sz="1400" dirty="0" err="1"/>
              <a:t>max</a:t>
            </a:r>
            <a:r>
              <a:rPr lang="ru-RU" sz="1400" dirty="0"/>
              <a:t>         88.400002</a:t>
            </a:r>
          </a:p>
          <a:p>
            <a:r>
              <a:rPr lang="ru-RU" sz="1400" dirty="0" err="1"/>
              <a:t>dtype</a:t>
            </a:r>
            <a:r>
              <a:rPr lang="ru-RU" sz="1400" dirty="0"/>
              <a:t>: float64</a:t>
            </a: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B59FB993-3E50-9C29-8ABA-3B48D7E895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535" y="3586145"/>
            <a:ext cx="4273884" cy="31000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827D3E9-2402-3718-7F57-C1C2408C1962}"/>
              </a:ext>
            </a:extLst>
          </p:cNvPr>
          <p:cNvSpPr txBox="1"/>
          <p:nvPr/>
        </p:nvSpPr>
        <p:spPr>
          <a:xfrm>
            <a:off x="9320576" y="3675951"/>
            <a:ext cx="2103916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err="1"/>
              <a:t>count</a:t>
            </a:r>
            <a:r>
              <a:rPr lang="ru-RU" sz="1400" dirty="0"/>
              <a:t>    32760.000000</a:t>
            </a:r>
          </a:p>
          <a:p>
            <a:r>
              <a:rPr lang="ru-RU" sz="1400" dirty="0" err="1"/>
              <a:t>mean</a:t>
            </a:r>
            <a:r>
              <a:rPr lang="ru-RU" sz="1400" dirty="0"/>
              <a:t>         6.027833</a:t>
            </a:r>
          </a:p>
          <a:p>
            <a:r>
              <a:rPr lang="ru-RU" sz="1400" dirty="0" err="1"/>
              <a:t>std</a:t>
            </a:r>
            <a:r>
              <a:rPr lang="ru-RU" sz="1400" dirty="0"/>
              <a:t>         67.349846</a:t>
            </a:r>
          </a:p>
          <a:p>
            <a:r>
              <a:rPr lang="ru-RU" sz="1400" dirty="0" err="1"/>
              <a:t>min</a:t>
            </a:r>
            <a:r>
              <a:rPr lang="ru-RU" sz="1400" dirty="0"/>
              <a:t>       -349.000000</a:t>
            </a:r>
          </a:p>
          <a:p>
            <a:r>
              <a:rPr lang="ru-RU" sz="1400" dirty="0"/>
              <a:t>1%        -160.882002</a:t>
            </a:r>
          </a:p>
          <a:p>
            <a:r>
              <a:rPr lang="ru-RU" sz="1400" dirty="0"/>
              <a:t>25%         -5.999999</a:t>
            </a:r>
          </a:p>
          <a:p>
            <a:r>
              <a:rPr lang="ru-RU" sz="1400" dirty="0"/>
              <a:t>50%         -0.500000</a:t>
            </a:r>
          </a:p>
          <a:p>
            <a:r>
              <a:rPr lang="ru-RU" sz="1400" dirty="0"/>
              <a:t>75%          6.900004</a:t>
            </a:r>
          </a:p>
          <a:p>
            <a:r>
              <a:rPr lang="ru-RU" sz="1400" dirty="0"/>
              <a:t>99%        300.041003</a:t>
            </a:r>
          </a:p>
          <a:p>
            <a:r>
              <a:rPr lang="ru-RU" sz="1400" dirty="0"/>
              <a:t>99.9%      450.264018</a:t>
            </a:r>
          </a:p>
          <a:p>
            <a:r>
              <a:rPr lang="ru-RU" sz="1400" dirty="0" err="1"/>
              <a:t>max</a:t>
            </a:r>
            <a:r>
              <a:rPr lang="ru-RU" sz="1400" dirty="0"/>
              <a:t>        537.700012</a:t>
            </a:r>
          </a:p>
          <a:p>
            <a:r>
              <a:rPr lang="ru-RU" sz="1400" dirty="0" err="1"/>
              <a:t>dtype</a:t>
            </a:r>
            <a:r>
              <a:rPr lang="ru-RU" sz="1400" dirty="0"/>
              <a:t>: float64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472073-FE65-23A5-0D59-02A343D3B90F}"/>
              </a:ext>
            </a:extLst>
          </p:cNvPr>
          <p:cNvSpPr txBox="1"/>
          <p:nvPr/>
        </p:nvSpPr>
        <p:spPr>
          <a:xfrm>
            <a:off x="5764882" y="3323595"/>
            <a:ext cx="1476260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b="0" dirty="0" err="1">
                <a:effectLst/>
                <a:latin typeface="Menlo" panose="020B0609030804020204" pitchFamily="49" charset="0"/>
              </a:rPr>
              <a:t>inm_hlt</a:t>
            </a:r>
            <a:endParaRPr lang="en" b="0" dirty="0">
              <a:effectLst/>
              <a:latin typeface="Menlo" panose="020B0609030804020204" pitchFamily="49" charset="0"/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2C6BE1F-C004-7605-E5D4-75FD8A9556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6024" y="82997"/>
            <a:ext cx="4165600" cy="310932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4332A08-B572-635B-3EF6-1D321A0D8AF1}"/>
              </a:ext>
            </a:extLst>
          </p:cNvPr>
          <p:cNvSpPr txBox="1"/>
          <p:nvPr/>
        </p:nvSpPr>
        <p:spPr>
          <a:xfrm>
            <a:off x="9320576" y="82997"/>
            <a:ext cx="2146759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err="1"/>
              <a:t>count</a:t>
            </a:r>
            <a:r>
              <a:rPr lang="ru-RU" sz="1400" dirty="0"/>
              <a:t>    32760.000000</a:t>
            </a:r>
          </a:p>
          <a:p>
            <a:r>
              <a:rPr lang="ru-RU" sz="1400" dirty="0" err="1"/>
              <a:t>mean</a:t>
            </a:r>
            <a:r>
              <a:rPr lang="ru-RU" sz="1400" dirty="0"/>
              <a:t>        -1.302181</a:t>
            </a:r>
          </a:p>
          <a:p>
            <a:r>
              <a:rPr lang="ru-RU" sz="1400" dirty="0" err="1"/>
              <a:t>std</a:t>
            </a:r>
            <a:r>
              <a:rPr lang="ru-RU" sz="1400" dirty="0"/>
              <a:t>          4.616503</a:t>
            </a:r>
          </a:p>
          <a:p>
            <a:r>
              <a:rPr lang="ru-RU" sz="1400" dirty="0" err="1"/>
              <a:t>min</a:t>
            </a:r>
            <a:r>
              <a:rPr lang="ru-RU" sz="1400" dirty="0"/>
              <a:t>        -22.950001</a:t>
            </a:r>
          </a:p>
          <a:p>
            <a:r>
              <a:rPr lang="ru-RU" sz="1400" dirty="0"/>
              <a:t>1%         -14.350000</a:t>
            </a:r>
          </a:p>
          <a:p>
            <a:r>
              <a:rPr lang="ru-RU" sz="1400" dirty="0"/>
              <a:t>25%         -2.900000</a:t>
            </a:r>
          </a:p>
          <a:p>
            <a:r>
              <a:rPr lang="ru-RU" sz="1400" dirty="0"/>
              <a:t>50%         -0.150000</a:t>
            </a:r>
          </a:p>
          <a:p>
            <a:r>
              <a:rPr lang="ru-RU" sz="1400" dirty="0"/>
              <a:t>75%          1.150000</a:t>
            </a:r>
          </a:p>
          <a:p>
            <a:r>
              <a:rPr lang="ru-RU" sz="1400" dirty="0"/>
              <a:t>99%          9.000000</a:t>
            </a:r>
          </a:p>
          <a:p>
            <a:r>
              <a:rPr lang="ru-RU" sz="1400" dirty="0"/>
              <a:t>99.9%       14.462050</a:t>
            </a:r>
          </a:p>
          <a:p>
            <a:r>
              <a:rPr lang="ru-RU" sz="1400" dirty="0" err="1"/>
              <a:t>max</a:t>
            </a:r>
            <a:r>
              <a:rPr lang="ru-RU" sz="1400" dirty="0"/>
              <a:t>         16.050001</a:t>
            </a:r>
          </a:p>
          <a:p>
            <a:r>
              <a:rPr lang="ru-RU" sz="1400" dirty="0" err="1"/>
              <a:t>dtype</a:t>
            </a:r>
            <a:r>
              <a:rPr lang="ru-RU" sz="1400" dirty="0"/>
              <a:t>: float64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8CE13E-95DC-85D2-5666-604791BC74DD}"/>
              </a:ext>
            </a:extLst>
          </p:cNvPr>
          <p:cNvSpPr txBox="1"/>
          <p:nvPr/>
        </p:nvSpPr>
        <p:spPr>
          <a:xfrm>
            <a:off x="5315377" y="82997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Inm_t2m</a:t>
            </a:r>
            <a:endParaRPr lang="ru-RU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C67894AB-B6A3-003C-DB16-A53A5F0E7E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04224" y="-650913"/>
            <a:ext cx="4064000" cy="3048000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D9073B1A-54C7-DCD3-81F7-6CD191DB97C4}"/>
              </a:ext>
            </a:extLst>
          </p:cNvPr>
          <p:cNvSpPr txBox="1"/>
          <p:nvPr/>
        </p:nvSpPr>
        <p:spPr>
          <a:xfrm>
            <a:off x="10889730" y="-832301"/>
            <a:ext cx="2051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Inm_t2m_17weeks</a:t>
            </a:r>
            <a:endParaRPr lang="ru-RU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786E2C-DE15-AC26-2740-BDF48B5D13BE}"/>
              </a:ext>
            </a:extLst>
          </p:cNvPr>
          <p:cNvSpPr txBox="1"/>
          <p:nvPr/>
        </p:nvSpPr>
        <p:spPr>
          <a:xfrm>
            <a:off x="11658600" y="2315642"/>
            <a:ext cx="7684264" cy="243752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"inm_t2m_17weeks": {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"n": 2004912000,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"mean": 4.7690803297998655e-05,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"std": 2.596282436551929,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</a:t>
            </a:r>
            <a:r>
              <a:rPr lang="en" sz="1400" b="0" dirty="0" err="1">
                <a:effectLst/>
                <a:latin typeface="Menlo" panose="020B0609030804020204" pitchFamily="49" charset="0"/>
              </a:rPr>
              <a:t>mad_std</a:t>
            </a:r>
            <a:r>
              <a:rPr lang="en" sz="1400" b="0" dirty="0">
                <a:effectLst/>
                <a:latin typeface="Menlo" panose="020B0609030804020204" pitchFamily="49" charset="0"/>
              </a:rPr>
              <a:t>": 1.2813895860227755,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"q001": -12.924579285621643,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"q01": -8.021429061889648,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"q25": -0.850000262260437,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"q50": 0.007142867427319288,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"q75": 0.8714284896850586,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"q99": 8.007143020629883,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"q999": 13.0</a:t>
            </a:r>
          </a:p>
          <a:p>
            <a:pPr>
              <a:lnSpc>
                <a:spcPts val="1350"/>
              </a:lnSpc>
              <a:buNone/>
            </a:pPr>
            <a:r>
              <a:rPr lang="en" sz="1400" b="0" dirty="0">
                <a:effectLst/>
                <a:latin typeface="Menlo" panose="020B0609030804020204" pitchFamily="49" charset="0"/>
              </a:rPr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3841963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909E2B4-D5CF-B8BF-3180-B179A92EF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398" y="495070"/>
            <a:ext cx="4308207" cy="31849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28B6B2-EDB2-B4E7-EB5C-1ACFF72DBD41}"/>
              </a:ext>
            </a:extLst>
          </p:cNvPr>
          <p:cNvSpPr txBox="1"/>
          <p:nvPr/>
        </p:nvSpPr>
        <p:spPr>
          <a:xfrm>
            <a:off x="4040436" y="247334"/>
            <a:ext cx="2470533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err="1"/>
              <a:t>count</a:t>
            </a:r>
            <a:r>
              <a:rPr lang="ru-RU" sz="1400" dirty="0"/>
              <a:t>    32760.000000</a:t>
            </a:r>
          </a:p>
          <a:p>
            <a:r>
              <a:rPr lang="ru-RU" sz="1400" dirty="0" err="1"/>
              <a:t>mean</a:t>
            </a:r>
            <a:r>
              <a:rPr lang="ru-RU" sz="1400" dirty="0"/>
              <a:t>        -5.697595</a:t>
            </a:r>
          </a:p>
          <a:p>
            <a:r>
              <a:rPr lang="ru-RU" sz="1400" dirty="0" err="1"/>
              <a:t>std</a:t>
            </a:r>
            <a:r>
              <a:rPr lang="ru-RU" sz="1400" dirty="0"/>
              <a:t>        116.794853</a:t>
            </a:r>
          </a:p>
          <a:p>
            <a:r>
              <a:rPr lang="ru-RU" sz="1400" dirty="0" err="1"/>
              <a:t>min</a:t>
            </a:r>
            <a:r>
              <a:rPr lang="ru-RU" sz="1400" dirty="0"/>
              <a:t>       -341.100006</a:t>
            </a:r>
          </a:p>
          <a:p>
            <a:r>
              <a:rPr lang="ru-RU" sz="1400" dirty="0"/>
              <a:t>1%        -295.899994</a:t>
            </a:r>
          </a:p>
          <a:p>
            <a:r>
              <a:rPr lang="ru-RU" sz="1400" dirty="0"/>
              <a:t>25%        -68.399996</a:t>
            </a:r>
          </a:p>
          <a:p>
            <a:r>
              <a:rPr lang="ru-RU" sz="1400" dirty="0"/>
              <a:t>50%          8.500001</a:t>
            </a:r>
          </a:p>
          <a:p>
            <a:r>
              <a:rPr lang="ru-RU" sz="1400" dirty="0"/>
              <a:t>75%         40.099998</a:t>
            </a:r>
          </a:p>
          <a:p>
            <a:r>
              <a:rPr lang="ru-RU" sz="1400" dirty="0"/>
              <a:t>99%        329.041003</a:t>
            </a:r>
          </a:p>
          <a:p>
            <a:r>
              <a:rPr lang="ru-RU" sz="1400" dirty="0"/>
              <a:t>99.9%      397.572297</a:t>
            </a:r>
          </a:p>
          <a:p>
            <a:r>
              <a:rPr lang="ru-RU" sz="1400" dirty="0" err="1"/>
              <a:t>max</a:t>
            </a:r>
            <a:r>
              <a:rPr lang="ru-RU" sz="1400" dirty="0"/>
              <a:t>        411.200012</a:t>
            </a:r>
          </a:p>
          <a:p>
            <a:r>
              <a:rPr lang="ru-RU" sz="1400" dirty="0" err="1"/>
              <a:t>dtype</a:t>
            </a:r>
            <a:r>
              <a:rPr lang="ru-RU" sz="1400" dirty="0"/>
              <a:t>: float64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CB142A-5B35-A0E8-140F-37A5990FAC50}"/>
              </a:ext>
            </a:extLst>
          </p:cNvPr>
          <p:cNvSpPr txBox="1"/>
          <p:nvPr/>
        </p:nvSpPr>
        <p:spPr>
          <a:xfrm>
            <a:off x="96398" y="211979"/>
            <a:ext cx="6097836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b="0" dirty="0">
                <a:effectLst/>
                <a:latin typeface="Menlo" panose="020B0609030804020204" pitchFamily="49" charset="0"/>
              </a:rPr>
              <a:t>inm_h500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865BD42-EE78-781B-4854-FD1D26AA7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5242" y="563924"/>
            <a:ext cx="4296039" cy="31161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07466E7-EE02-6F5D-BD1D-0D119FDBDF27}"/>
              </a:ext>
            </a:extLst>
          </p:cNvPr>
          <p:cNvSpPr txBox="1"/>
          <p:nvPr/>
        </p:nvSpPr>
        <p:spPr>
          <a:xfrm>
            <a:off x="10138272" y="353524"/>
            <a:ext cx="2790022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err="1"/>
              <a:t>count</a:t>
            </a:r>
            <a:r>
              <a:rPr lang="ru-RU" sz="1400" dirty="0"/>
              <a:t>    227065.000000</a:t>
            </a:r>
          </a:p>
          <a:p>
            <a:r>
              <a:rPr lang="ru-RU" sz="1400" dirty="0" err="1"/>
              <a:t>mean</a:t>
            </a:r>
            <a:r>
              <a:rPr lang="ru-RU" sz="1400" dirty="0"/>
              <a:t>          0.112589</a:t>
            </a:r>
          </a:p>
          <a:p>
            <a:r>
              <a:rPr lang="ru-RU" sz="1400" dirty="0" err="1"/>
              <a:t>std</a:t>
            </a:r>
            <a:r>
              <a:rPr lang="ru-RU" sz="1400" dirty="0"/>
              <a:t>           0.930929</a:t>
            </a:r>
          </a:p>
          <a:p>
            <a:r>
              <a:rPr lang="ru-RU" sz="1400" dirty="0" err="1"/>
              <a:t>min</a:t>
            </a:r>
            <a:r>
              <a:rPr lang="ru-RU" sz="1400" dirty="0"/>
              <a:t>          -6.300000</a:t>
            </a:r>
          </a:p>
          <a:p>
            <a:r>
              <a:rPr lang="ru-RU" sz="1400" dirty="0"/>
              <a:t>1%           -1.900000</a:t>
            </a:r>
          </a:p>
          <a:p>
            <a:r>
              <a:rPr lang="ru-RU" sz="1400" dirty="0"/>
              <a:t>25%          -0.400000</a:t>
            </a:r>
          </a:p>
          <a:p>
            <a:r>
              <a:rPr lang="ru-RU" sz="1400" dirty="0"/>
              <a:t>50%           0.050000</a:t>
            </a:r>
          </a:p>
          <a:p>
            <a:r>
              <a:rPr lang="ru-RU" sz="1400" dirty="0"/>
              <a:t>75%           0.550000</a:t>
            </a:r>
          </a:p>
          <a:p>
            <a:r>
              <a:rPr lang="ru-RU" sz="1400" dirty="0"/>
              <a:t>99%           3.250000</a:t>
            </a:r>
          </a:p>
          <a:p>
            <a:r>
              <a:rPr lang="ru-RU" sz="1400" dirty="0"/>
              <a:t>99.9%         4.700000</a:t>
            </a:r>
          </a:p>
          <a:p>
            <a:r>
              <a:rPr lang="ru-RU" sz="1400" dirty="0" err="1"/>
              <a:t>max</a:t>
            </a:r>
            <a:r>
              <a:rPr lang="ru-RU" sz="1400" dirty="0"/>
              <a:t>           5.350000</a:t>
            </a:r>
          </a:p>
          <a:p>
            <a:r>
              <a:rPr lang="ru-RU" sz="1400" dirty="0" err="1"/>
              <a:t>dtype</a:t>
            </a:r>
            <a:r>
              <a:rPr lang="ru-RU" sz="1400" dirty="0"/>
              <a:t>: float64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DA6AB9-68D6-6336-474A-364380BAFCE5}"/>
              </a:ext>
            </a:extLst>
          </p:cNvPr>
          <p:cNvSpPr txBox="1"/>
          <p:nvPr/>
        </p:nvSpPr>
        <p:spPr>
          <a:xfrm>
            <a:off x="6830458" y="280833"/>
            <a:ext cx="6097836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b="0" dirty="0" err="1">
                <a:effectLst/>
                <a:latin typeface="Menlo" panose="020B0609030804020204" pitchFamily="49" charset="0"/>
              </a:rPr>
              <a:t>Sst</a:t>
            </a:r>
            <a:r>
              <a:rPr lang="en" b="0" dirty="0">
                <a:effectLst/>
                <a:latin typeface="Menlo" panose="020B0609030804020204" pitchFamily="49" charset="0"/>
              </a:rPr>
              <a:t> (masked)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601C60A-2338-6D06-C61E-21EEC2D9F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7555" y="3933011"/>
            <a:ext cx="3606800" cy="2616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9024C70-7DAE-F243-8628-A4B1C44D28CC}"/>
              </a:ext>
            </a:extLst>
          </p:cNvPr>
          <p:cNvSpPr txBox="1"/>
          <p:nvPr/>
        </p:nvSpPr>
        <p:spPr>
          <a:xfrm>
            <a:off x="6317563" y="3605011"/>
            <a:ext cx="580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t2m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5066B2-8E46-D0CD-2DC2-8D2200E0FC67}"/>
              </a:ext>
            </a:extLst>
          </p:cNvPr>
          <p:cNvSpPr txBox="1"/>
          <p:nvPr/>
        </p:nvSpPr>
        <p:spPr>
          <a:xfrm>
            <a:off x="9856883" y="3748345"/>
            <a:ext cx="2335117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err="1"/>
              <a:t>count</a:t>
            </a:r>
            <a:r>
              <a:rPr lang="ru-RU" sz="1400" dirty="0"/>
              <a:t>    519840.000000</a:t>
            </a:r>
          </a:p>
          <a:p>
            <a:r>
              <a:rPr lang="ru-RU" sz="1400" dirty="0" err="1"/>
              <a:t>mean</a:t>
            </a:r>
            <a:r>
              <a:rPr lang="ru-RU" sz="1400" dirty="0"/>
              <a:t>          0.745771</a:t>
            </a:r>
          </a:p>
          <a:p>
            <a:r>
              <a:rPr lang="ru-RU" sz="1400" dirty="0" err="1"/>
              <a:t>std</a:t>
            </a:r>
            <a:r>
              <a:rPr lang="ru-RU" sz="1400" dirty="0"/>
              <a:t>           2.131961</a:t>
            </a:r>
          </a:p>
          <a:p>
            <a:r>
              <a:rPr lang="ru-RU" sz="1400" dirty="0" err="1"/>
              <a:t>min</a:t>
            </a:r>
            <a:r>
              <a:rPr lang="ru-RU" sz="1400" dirty="0"/>
              <a:t>          -7.605834</a:t>
            </a:r>
          </a:p>
          <a:p>
            <a:r>
              <a:rPr lang="ru-RU" sz="1400" dirty="0"/>
              <a:t>1%           -4.418333</a:t>
            </a:r>
          </a:p>
          <a:p>
            <a:r>
              <a:rPr lang="ru-RU" sz="1400" dirty="0"/>
              <a:t>25%          -0.220833</a:t>
            </a:r>
          </a:p>
          <a:p>
            <a:r>
              <a:rPr lang="ru-RU" sz="1400" dirty="0"/>
              <a:t>50%           0.505000</a:t>
            </a:r>
          </a:p>
          <a:p>
            <a:r>
              <a:rPr lang="ru-RU" sz="1400" dirty="0"/>
              <a:t>75%           1.240833</a:t>
            </a:r>
          </a:p>
          <a:p>
            <a:r>
              <a:rPr lang="ru-RU" sz="1400" dirty="0"/>
              <a:t>99%           7.490001</a:t>
            </a:r>
          </a:p>
          <a:p>
            <a:r>
              <a:rPr lang="ru-RU" sz="1400" dirty="0"/>
              <a:t>99.9%         8.928333</a:t>
            </a:r>
          </a:p>
          <a:p>
            <a:r>
              <a:rPr lang="ru-RU" sz="1400" dirty="0" err="1"/>
              <a:t>max</a:t>
            </a:r>
            <a:r>
              <a:rPr lang="ru-RU" sz="1400" dirty="0"/>
              <a:t>          10.485001</a:t>
            </a:r>
          </a:p>
          <a:p>
            <a:r>
              <a:rPr lang="ru-RU" sz="1400" dirty="0" err="1"/>
              <a:t>dtype</a:t>
            </a:r>
            <a:r>
              <a:rPr lang="ru-RU" sz="1400" dirty="0"/>
              <a:t>: float64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794FD5B-C26A-EA47-8E47-5FAA774A1D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759" y="3680065"/>
            <a:ext cx="4466117" cy="328578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87E95E08-4E00-0BC9-A0C1-FE7E3B4369B5}"/>
              </a:ext>
            </a:extLst>
          </p:cNvPr>
          <p:cNvSpPr txBox="1"/>
          <p:nvPr/>
        </p:nvSpPr>
        <p:spPr>
          <a:xfrm>
            <a:off x="-1836" y="3465254"/>
            <a:ext cx="6097836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b="0" dirty="0" err="1">
                <a:effectLst/>
                <a:latin typeface="Menlo" panose="020B0609030804020204" pitchFamily="49" charset="0"/>
              </a:rPr>
              <a:t>inm_mslp</a:t>
            </a:r>
            <a:endParaRPr lang="en" b="0" dirty="0">
              <a:effectLst/>
              <a:latin typeface="Menlo" panose="020B060903080402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652421-1D30-BA14-F63F-E63D959CD250}"/>
              </a:ext>
            </a:extLst>
          </p:cNvPr>
          <p:cNvSpPr txBox="1"/>
          <p:nvPr/>
        </p:nvSpPr>
        <p:spPr>
          <a:xfrm>
            <a:off x="4040436" y="3641799"/>
            <a:ext cx="1941723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err="1"/>
              <a:t>count</a:t>
            </a:r>
            <a:r>
              <a:rPr lang="ru-RU" sz="1400" dirty="0"/>
              <a:t>    32760.000000</a:t>
            </a:r>
          </a:p>
          <a:p>
            <a:r>
              <a:rPr lang="ru-RU" sz="1400" dirty="0" err="1"/>
              <a:t>mean</a:t>
            </a:r>
            <a:r>
              <a:rPr lang="ru-RU" sz="1400" dirty="0"/>
              <a:t>         0.595086</a:t>
            </a:r>
          </a:p>
          <a:p>
            <a:r>
              <a:rPr lang="ru-RU" sz="1400" dirty="0" err="1"/>
              <a:t>std</a:t>
            </a:r>
            <a:r>
              <a:rPr lang="ru-RU" sz="1400" dirty="0"/>
              <a:t>         11.225744</a:t>
            </a:r>
          </a:p>
          <a:p>
            <a:r>
              <a:rPr lang="ru-RU" sz="1400" dirty="0" err="1"/>
              <a:t>min</a:t>
            </a:r>
            <a:r>
              <a:rPr lang="ru-RU" sz="1400" dirty="0"/>
              <a:t>        -44.700001</a:t>
            </a:r>
          </a:p>
          <a:p>
            <a:r>
              <a:rPr lang="ru-RU" sz="1400" dirty="0"/>
              <a:t>1%         -31.299999</a:t>
            </a:r>
          </a:p>
          <a:p>
            <a:r>
              <a:rPr lang="ru-RU" sz="1400" dirty="0"/>
              <a:t>25%         -4.100000</a:t>
            </a:r>
          </a:p>
          <a:p>
            <a:r>
              <a:rPr lang="ru-RU" sz="1400" dirty="0"/>
              <a:t>50%          0.700000</a:t>
            </a:r>
          </a:p>
          <a:p>
            <a:r>
              <a:rPr lang="ru-RU" sz="1400" dirty="0"/>
              <a:t>75%          5.300000</a:t>
            </a:r>
          </a:p>
          <a:p>
            <a:r>
              <a:rPr lang="ru-RU" sz="1400" dirty="0"/>
              <a:t>99%         27.300001</a:t>
            </a:r>
          </a:p>
          <a:p>
            <a:r>
              <a:rPr lang="ru-RU" sz="1400" dirty="0"/>
              <a:t>99.9%       32.799999</a:t>
            </a:r>
          </a:p>
          <a:p>
            <a:r>
              <a:rPr lang="ru-RU" sz="1400" dirty="0" err="1"/>
              <a:t>max</a:t>
            </a:r>
            <a:r>
              <a:rPr lang="ru-RU" sz="1400" dirty="0"/>
              <a:t>         34.000000</a:t>
            </a:r>
          </a:p>
          <a:p>
            <a:r>
              <a:rPr lang="ru-RU" sz="1400" dirty="0" err="1"/>
              <a:t>dtype</a:t>
            </a:r>
            <a:r>
              <a:rPr lang="ru-RU" sz="1400" dirty="0"/>
              <a:t>: float64</a:t>
            </a:r>
          </a:p>
        </p:txBody>
      </p:sp>
    </p:spTree>
    <p:extLst>
      <p:ext uri="{BB962C8B-B14F-4D97-AF65-F5344CB8AC3E}">
        <p14:creationId xmlns:p14="http://schemas.microsoft.com/office/powerpoint/2010/main" val="646770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02E6303-C1A4-9170-9B69-AA1211C55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96" y="412740"/>
            <a:ext cx="4099771" cy="30162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691401-2D23-D72B-49AB-945570D4928E}"/>
              </a:ext>
            </a:extLst>
          </p:cNvPr>
          <p:cNvSpPr txBox="1"/>
          <p:nvPr/>
        </p:nvSpPr>
        <p:spPr>
          <a:xfrm>
            <a:off x="3676880" y="299664"/>
            <a:ext cx="2217144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ru-RU" sz="1400" dirty="0" err="1"/>
              <a:t>count</a:t>
            </a:r>
            <a:r>
              <a:rPr lang="ru-RU" sz="1400" dirty="0"/>
              <a:t>    32760.000000</a:t>
            </a:r>
          </a:p>
          <a:p>
            <a:r>
              <a:rPr lang="ru-RU" sz="1400" dirty="0" err="1"/>
              <a:t>mean</a:t>
            </a:r>
            <a:r>
              <a:rPr lang="ru-RU" sz="1400" dirty="0"/>
              <a:t>        -1.313420</a:t>
            </a:r>
          </a:p>
          <a:p>
            <a:r>
              <a:rPr lang="ru-RU" sz="1400" dirty="0" err="1"/>
              <a:t>std</a:t>
            </a:r>
            <a:r>
              <a:rPr lang="ru-RU" sz="1400" dirty="0"/>
              <a:t>          4.506778</a:t>
            </a:r>
          </a:p>
          <a:p>
            <a:r>
              <a:rPr lang="ru-RU" sz="1400" dirty="0" err="1"/>
              <a:t>min</a:t>
            </a:r>
            <a:r>
              <a:rPr lang="ru-RU" sz="1400" dirty="0"/>
              <a:t>        -23.250000</a:t>
            </a:r>
          </a:p>
          <a:p>
            <a:r>
              <a:rPr lang="ru-RU" sz="1400" dirty="0"/>
              <a:t>1%         -14.970500</a:t>
            </a:r>
          </a:p>
          <a:p>
            <a:r>
              <a:rPr lang="ru-RU" sz="1400" dirty="0"/>
              <a:t>25%         -1.900000</a:t>
            </a:r>
          </a:p>
          <a:p>
            <a:r>
              <a:rPr lang="ru-RU" sz="1400" dirty="0"/>
              <a:t>50%         -0.150000</a:t>
            </a:r>
          </a:p>
          <a:p>
            <a:r>
              <a:rPr lang="ru-RU" sz="1400" dirty="0"/>
              <a:t>75%          0.700000</a:t>
            </a:r>
          </a:p>
          <a:p>
            <a:r>
              <a:rPr lang="ru-RU" sz="1400" dirty="0"/>
              <a:t>99%          8.100001</a:t>
            </a:r>
          </a:p>
          <a:p>
            <a:r>
              <a:rPr lang="ru-RU" sz="1400" dirty="0"/>
              <a:t>99.9%       13.512050</a:t>
            </a:r>
          </a:p>
          <a:p>
            <a:r>
              <a:rPr lang="ru-RU" sz="1400" dirty="0" err="1"/>
              <a:t>max</a:t>
            </a:r>
            <a:r>
              <a:rPr lang="ru-RU" sz="1400" dirty="0"/>
              <a:t>         16.450001</a:t>
            </a:r>
          </a:p>
          <a:p>
            <a:r>
              <a:rPr lang="ru-RU" sz="1400" dirty="0" err="1"/>
              <a:t>dtype</a:t>
            </a:r>
            <a:r>
              <a:rPr lang="ru-RU" sz="1400" dirty="0"/>
              <a:t>: float64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E30BC6B-0A31-CB90-B930-3D015BC90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932" y="412740"/>
            <a:ext cx="5502628" cy="431004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E25C9037-24FC-8FEF-10CC-D8EBE80E0B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696" y="3542075"/>
            <a:ext cx="4664692" cy="34985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D55956-A631-CC28-E11A-C6E45499470D}"/>
              </a:ext>
            </a:extLst>
          </p:cNvPr>
          <p:cNvSpPr txBox="1"/>
          <p:nvPr/>
        </p:nvSpPr>
        <p:spPr>
          <a:xfrm>
            <a:off x="0" y="3577498"/>
            <a:ext cx="6097836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b="0" dirty="0">
                <a:effectLst/>
                <a:latin typeface="Menlo" panose="020B0609030804020204" pitchFamily="49" charset="0"/>
              </a:rPr>
              <a:t>inm_ts_17weeks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F9F448-1447-3D89-D5FA-D731368FA531}"/>
              </a:ext>
            </a:extLst>
          </p:cNvPr>
          <p:cNvSpPr txBox="1"/>
          <p:nvPr/>
        </p:nvSpPr>
        <p:spPr>
          <a:xfrm>
            <a:off x="152400" y="310518"/>
            <a:ext cx="6097836" cy="283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b="0" dirty="0" err="1">
                <a:effectLst/>
                <a:latin typeface="Menlo" panose="020B0609030804020204" pitchFamily="49" charset="0"/>
              </a:rPr>
              <a:t>inm_ts</a:t>
            </a:r>
            <a:endParaRPr lang="en" b="0" dirty="0">
              <a:effectLst/>
              <a:latin typeface="Menlo" panose="020B060903080402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DCA636-6CA9-90FC-638A-EF9467AC71C3}"/>
              </a:ext>
            </a:extLst>
          </p:cNvPr>
          <p:cNvSpPr txBox="1"/>
          <p:nvPr/>
        </p:nvSpPr>
        <p:spPr>
          <a:xfrm>
            <a:off x="3267895" y="3315925"/>
            <a:ext cx="2990637" cy="366151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"inm_ts_17weeks": {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"n": 2004912000,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"mean": 6.790659782816032e-05,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"std": 2.574086067606036,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</a:t>
            </a:r>
            <a:r>
              <a:rPr lang="en" sz="1200" b="0" dirty="0" err="1">
                <a:effectLst/>
                <a:latin typeface="Menlo" panose="020B0609030804020204" pitchFamily="49" charset="0"/>
              </a:rPr>
              <a:t>mad_std</a:t>
            </a:r>
            <a:r>
              <a:rPr lang="en" sz="1200" b="0" dirty="0">
                <a:effectLst/>
                <a:latin typeface="Menlo" panose="020B0609030804020204" pitchFamily="49" charset="0"/>
              </a:rPr>
              <a:t>": 1.0907700896322727,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"q001": -13.228571891784668,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"q01": -8.178572654724121,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"q25": -0.7285712957382202,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"q50": 0.014285773038864136,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"q75": 0.7499998807907104,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"q99": 8.064285278320312,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"q999": 13.107142448425293</a:t>
            </a:r>
          </a:p>
          <a:p>
            <a:pPr>
              <a:lnSpc>
                <a:spcPct val="150000"/>
              </a:lnSpc>
              <a:buNone/>
            </a:pPr>
            <a:r>
              <a:rPr lang="en" sz="1200" b="0" dirty="0">
                <a:effectLst/>
                <a:latin typeface="Menlo" panose="020B0609030804020204" pitchFamily="49" charset="0"/>
              </a:rPr>
              <a:t>},</a:t>
            </a:r>
          </a:p>
        </p:txBody>
      </p:sp>
    </p:spTree>
    <p:extLst>
      <p:ext uri="{BB962C8B-B14F-4D97-AF65-F5344CB8AC3E}">
        <p14:creationId xmlns:p14="http://schemas.microsoft.com/office/powerpoint/2010/main" val="237842429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3147</TotalTime>
  <Words>1574</Words>
  <Application>Microsoft Macintosh PowerPoint</Application>
  <PresentationFormat>Широкоэкранный</PresentationFormat>
  <Paragraphs>422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Menlo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Данил Борисов</dc:creator>
  <cp:lastModifiedBy>Данил Борисов</cp:lastModifiedBy>
  <cp:revision>2</cp:revision>
  <dcterms:created xsi:type="dcterms:W3CDTF">2026-08-05T10:58:07Z</dcterms:created>
  <dcterms:modified xsi:type="dcterms:W3CDTF">2026-08-07T15:25:27Z</dcterms:modified>
</cp:coreProperties>
</file>